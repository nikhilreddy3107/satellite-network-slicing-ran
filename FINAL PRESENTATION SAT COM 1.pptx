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3" r:id="rId9"/>
    <p:sldId id="265" r:id="rId10"/>
    <p:sldId id="262" r:id="rId11"/>
    <p:sldId id="264" r:id="rId12"/>
    <p:sldId id="267" r:id="rId13"/>
    <p:sldId id="268" r:id="rId14"/>
    <p:sldId id="269" r:id="rId15"/>
    <p:sldId id="270"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C08EE8-B719-41D1-8F9A-5FEFAE040A5D}" v="63" dt="2025-11-30T05:16:45.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abandi Supriya" userId="deb6199668a12680" providerId="LiveId" clId="{3664572B-21A4-4039-9B23-060BCF113105}"/>
    <pc:docChg chg="undo custSel addSld modSld sldOrd">
      <pc:chgData name="Rayabandi Supriya" userId="deb6199668a12680" providerId="LiveId" clId="{3664572B-21A4-4039-9B23-060BCF113105}" dt="2025-11-30T05:16:45.532" v="387"/>
      <pc:docMkLst>
        <pc:docMk/>
      </pc:docMkLst>
      <pc:sldChg chg="modSp mod">
        <pc:chgData name="Rayabandi Supriya" userId="deb6199668a12680" providerId="LiveId" clId="{3664572B-21A4-4039-9B23-060BCF113105}" dt="2025-11-28T04:16:19.271" v="0" actId="2711"/>
        <pc:sldMkLst>
          <pc:docMk/>
          <pc:sldMk cId="987237051" sldId="257"/>
        </pc:sldMkLst>
        <pc:spChg chg="mod">
          <ac:chgData name="Rayabandi Supriya" userId="deb6199668a12680" providerId="LiveId" clId="{3664572B-21A4-4039-9B23-060BCF113105}" dt="2025-11-28T04:16:19.271" v="0" actId="2711"/>
          <ac:spMkLst>
            <pc:docMk/>
            <pc:sldMk cId="987237051" sldId="257"/>
            <ac:spMk id="2" creationId="{EEA7C0B6-B083-1C63-F881-9DF63A0EE725}"/>
          </ac:spMkLst>
        </pc:spChg>
      </pc:sldChg>
      <pc:sldChg chg="addSp delSp modSp mod ord">
        <pc:chgData name="Rayabandi Supriya" userId="deb6199668a12680" providerId="LiveId" clId="{3664572B-21A4-4039-9B23-060BCF113105}" dt="2025-11-30T04:40:02.526" v="240"/>
        <pc:sldMkLst>
          <pc:docMk/>
          <pc:sldMk cId="1635195950" sldId="263"/>
        </pc:sldMkLst>
        <pc:spChg chg="mod">
          <ac:chgData name="Rayabandi Supriya" userId="deb6199668a12680" providerId="LiveId" clId="{3664572B-21A4-4039-9B23-060BCF113105}" dt="2025-11-30T04:12:47.110" v="46" actId="20577"/>
          <ac:spMkLst>
            <pc:docMk/>
            <pc:sldMk cId="1635195950" sldId="263"/>
            <ac:spMk id="2" creationId="{B0383491-DDF5-21AB-97C8-4C5BFBEDA498}"/>
          </ac:spMkLst>
        </pc:spChg>
        <pc:spChg chg="del">
          <ac:chgData name="Rayabandi Supriya" userId="deb6199668a12680" providerId="LiveId" clId="{3664572B-21A4-4039-9B23-060BCF113105}" dt="2025-11-30T04:09:08.793" v="1"/>
          <ac:spMkLst>
            <pc:docMk/>
            <pc:sldMk cId="1635195950" sldId="263"/>
            <ac:spMk id="3" creationId="{1B968F79-CCEF-B994-1858-12A4E2B6AFB9}"/>
          </ac:spMkLst>
        </pc:spChg>
        <pc:spChg chg="add del mod">
          <ac:chgData name="Rayabandi Supriya" userId="deb6199668a12680" providerId="LiveId" clId="{3664572B-21A4-4039-9B23-060BCF113105}" dt="2025-11-30T04:13:46.681" v="60" actId="478"/>
          <ac:spMkLst>
            <pc:docMk/>
            <pc:sldMk cId="1635195950" sldId="263"/>
            <ac:spMk id="4" creationId="{85E2EC1B-F044-205D-DF82-5B6B93261363}"/>
          </ac:spMkLst>
        </pc:spChg>
        <pc:spChg chg="add mod">
          <ac:chgData name="Rayabandi Supriya" userId="deb6199668a12680" providerId="LiveId" clId="{3664572B-21A4-4039-9B23-060BCF113105}" dt="2025-11-30T04:14:45.588" v="87" actId="20577"/>
          <ac:spMkLst>
            <pc:docMk/>
            <pc:sldMk cId="1635195950" sldId="263"/>
            <ac:spMk id="5" creationId="{A792B24C-6C20-6C02-06AE-AA2335D978E2}"/>
          </ac:spMkLst>
        </pc:spChg>
      </pc:sldChg>
      <pc:sldChg chg="addSp delSp modSp new mod setBg">
        <pc:chgData name="Rayabandi Supriya" userId="deb6199668a12680" providerId="LiveId" clId="{3664572B-21A4-4039-9B23-060BCF113105}" dt="2025-11-30T04:20:05.960" v="104" actId="14100"/>
        <pc:sldMkLst>
          <pc:docMk/>
          <pc:sldMk cId="2499827971" sldId="264"/>
        </pc:sldMkLst>
        <pc:spChg chg="mod">
          <ac:chgData name="Rayabandi Supriya" userId="deb6199668a12680" providerId="LiveId" clId="{3664572B-21A4-4039-9B23-060BCF113105}" dt="2025-11-30T04:19:12.118" v="100" actId="255"/>
          <ac:spMkLst>
            <pc:docMk/>
            <pc:sldMk cId="2499827971" sldId="264"/>
            <ac:spMk id="2" creationId="{2C555CAB-D344-578F-B7C0-7448EA145BA3}"/>
          </ac:spMkLst>
        </pc:spChg>
        <pc:spChg chg="del">
          <ac:chgData name="Rayabandi Supriya" userId="deb6199668a12680" providerId="LiveId" clId="{3664572B-21A4-4039-9B23-060BCF113105}" dt="2025-11-30T04:17:43.098" v="90"/>
          <ac:spMkLst>
            <pc:docMk/>
            <pc:sldMk cId="2499827971" sldId="264"/>
            <ac:spMk id="3" creationId="{4897713F-489D-21A7-BA78-CF5A52C9C852}"/>
          </ac:spMkLst>
        </pc:spChg>
        <pc:spChg chg="add del">
          <ac:chgData name="Rayabandi Supriya" userId="deb6199668a12680" providerId="LiveId" clId="{3664572B-21A4-4039-9B23-060BCF113105}" dt="2025-11-30T04:18:52.675" v="96" actId="26606"/>
          <ac:spMkLst>
            <pc:docMk/>
            <pc:sldMk cId="2499827971" sldId="264"/>
            <ac:spMk id="9" creationId="{5105D448-4A6C-48A3-8C3C-71AF58F3E506}"/>
          </ac:spMkLst>
        </pc:spChg>
        <pc:spChg chg="add del">
          <ac:chgData name="Rayabandi Supriya" userId="deb6199668a12680" providerId="LiveId" clId="{3664572B-21A4-4039-9B23-060BCF113105}" dt="2025-11-30T04:18:52.675" v="96" actId="26606"/>
          <ac:spMkLst>
            <pc:docMk/>
            <pc:sldMk cId="2499827971" sldId="264"/>
            <ac:spMk id="11" creationId="{4025579F-C5D8-43BE-AF84-3E66A482C567}"/>
          </ac:spMkLst>
        </pc:spChg>
        <pc:spChg chg="add">
          <ac:chgData name="Rayabandi Supriya" userId="deb6199668a12680" providerId="LiveId" clId="{3664572B-21A4-4039-9B23-060BCF113105}" dt="2025-11-30T04:18:52.689" v="97" actId="26606"/>
          <ac:spMkLst>
            <pc:docMk/>
            <pc:sldMk cId="2499827971" sldId="264"/>
            <ac:spMk id="13" creationId="{BCED4D40-4B67-4331-AC48-79B82B4A47D8}"/>
          </ac:spMkLst>
        </pc:spChg>
        <pc:spChg chg="add">
          <ac:chgData name="Rayabandi Supriya" userId="deb6199668a12680" providerId="LiveId" clId="{3664572B-21A4-4039-9B23-060BCF113105}" dt="2025-11-30T04:18:52.689" v="97" actId="26606"/>
          <ac:spMkLst>
            <pc:docMk/>
            <pc:sldMk cId="2499827971" sldId="264"/>
            <ac:spMk id="14" creationId="{670CEDEF-4F34-412E-84EE-329C1E936AF5}"/>
          </ac:spMkLst>
        </pc:spChg>
        <pc:graphicFrameChg chg="add mod modGraphic">
          <ac:chgData name="Rayabandi Supriya" userId="deb6199668a12680" providerId="LiveId" clId="{3664572B-21A4-4039-9B23-060BCF113105}" dt="2025-11-30T04:20:05.960" v="104" actId="14100"/>
          <ac:graphicFrameMkLst>
            <pc:docMk/>
            <pc:sldMk cId="2499827971" sldId="264"/>
            <ac:graphicFrameMk id="4" creationId="{BCF9760C-7C34-C011-EC95-0D73FCD04272}"/>
          </ac:graphicFrameMkLst>
        </pc:graphicFrameChg>
        <pc:graphicFrameChg chg="add del mod">
          <ac:chgData name="Rayabandi Supriya" userId="deb6199668a12680" providerId="LiveId" clId="{3664572B-21A4-4039-9B23-060BCF113105}" dt="2025-11-30T04:18:32.783" v="94" actId="3680"/>
          <ac:graphicFrameMkLst>
            <pc:docMk/>
            <pc:sldMk cId="2499827971" sldId="264"/>
            <ac:graphicFrameMk id="5" creationId="{8196EE50-5BC8-22A7-9734-4D3011F264C5}"/>
          </ac:graphicFrameMkLst>
        </pc:graphicFrameChg>
      </pc:sldChg>
      <pc:sldChg chg="addSp delSp modSp new mod ord">
        <pc:chgData name="Rayabandi Supriya" userId="deb6199668a12680" providerId="LiveId" clId="{3664572B-21A4-4039-9B23-060BCF113105}" dt="2025-11-30T04:39:43.360" v="238"/>
        <pc:sldMkLst>
          <pc:docMk/>
          <pc:sldMk cId="2591855118" sldId="265"/>
        </pc:sldMkLst>
        <pc:spChg chg="mod">
          <ac:chgData name="Rayabandi Supriya" userId="deb6199668a12680" providerId="LiveId" clId="{3664572B-21A4-4039-9B23-060BCF113105}" dt="2025-11-30T04:25:41.181" v="161" actId="255"/>
          <ac:spMkLst>
            <pc:docMk/>
            <pc:sldMk cId="2591855118" sldId="265"/>
            <ac:spMk id="2" creationId="{1650C99F-96AB-FFA2-8027-54133EABBA88}"/>
          </ac:spMkLst>
        </pc:spChg>
        <pc:spChg chg="del">
          <ac:chgData name="Rayabandi Supriya" userId="deb6199668a12680" providerId="LiveId" clId="{3664572B-21A4-4039-9B23-060BCF113105}" dt="2025-11-30T04:22:41.397" v="106"/>
          <ac:spMkLst>
            <pc:docMk/>
            <pc:sldMk cId="2591855118" sldId="265"/>
            <ac:spMk id="3" creationId="{EF398326-8E44-93C9-321D-4E8AE103AB93}"/>
          </ac:spMkLst>
        </pc:spChg>
        <pc:spChg chg="add mod">
          <ac:chgData name="Rayabandi Supriya" userId="deb6199668a12680" providerId="LiveId" clId="{3664572B-21A4-4039-9B23-060BCF113105}" dt="2025-11-30T04:26:10.121" v="163" actId="14100"/>
          <ac:spMkLst>
            <pc:docMk/>
            <pc:sldMk cId="2591855118" sldId="265"/>
            <ac:spMk id="4" creationId="{84A7EFAB-5CD5-43A1-65CE-E194CFBED418}"/>
          </ac:spMkLst>
        </pc:spChg>
        <pc:picChg chg="add mod">
          <ac:chgData name="Rayabandi Supriya" userId="deb6199668a12680" providerId="LiveId" clId="{3664572B-21A4-4039-9B23-060BCF113105}" dt="2025-11-30T04:26:18.946" v="164" actId="1076"/>
          <ac:picMkLst>
            <pc:docMk/>
            <pc:sldMk cId="2591855118" sldId="265"/>
            <ac:picMk id="3074" creationId="{EAF21C44-C7A1-A9B0-0A5A-5C0F242DA427}"/>
          </ac:picMkLst>
        </pc:picChg>
      </pc:sldChg>
      <pc:sldChg chg="modSp new mod ord">
        <pc:chgData name="Rayabandi Supriya" userId="deb6199668a12680" providerId="LiveId" clId="{3664572B-21A4-4039-9B23-060BCF113105}" dt="2025-11-30T04:39:31.346" v="236"/>
        <pc:sldMkLst>
          <pc:docMk/>
          <pc:sldMk cId="1439563587" sldId="266"/>
        </pc:sldMkLst>
        <pc:spChg chg="mod">
          <ac:chgData name="Rayabandi Supriya" userId="deb6199668a12680" providerId="LiveId" clId="{3664572B-21A4-4039-9B23-060BCF113105}" dt="2025-11-30T04:36:43.695" v="186" actId="20577"/>
          <ac:spMkLst>
            <pc:docMk/>
            <pc:sldMk cId="1439563587" sldId="266"/>
            <ac:spMk id="2" creationId="{76D83CCC-DCC6-3840-4CD0-55AF14306101}"/>
          </ac:spMkLst>
        </pc:spChg>
        <pc:spChg chg="mod">
          <ac:chgData name="Rayabandi Supriya" userId="deb6199668a12680" providerId="LiveId" clId="{3664572B-21A4-4039-9B23-060BCF113105}" dt="2025-11-30T04:37:44.644" v="232" actId="12"/>
          <ac:spMkLst>
            <pc:docMk/>
            <pc:sldMk cId="1439563587" sldId="266"/>
            <ac:spMk id="3" creationId="{15E6AE5A-BECD-E6B0-C487-C1D31834F505}"/>
          </ac:spMkLst>
        </pc:spChg>
      </pc:sldChg>
      <pc:sldChg chg="modSp new mod">
        <pc:chgData name="Rayabandi Supriya" userId="deb6199668a12680" providerId="LiveId" clId="{3664572B-21A4-4039-9B23-060BCF113105}" dt="2025-11-30T04:55:41.157" v="262" actId="20577"/>
        <pc:sldMkLst>
          <pc:docMk/>
          <pc:sldMk cId="352846649" sldId="267"/>
        </pc:sldMkLst>
        <pc:spChg chg="mod">
          <ac:chgData name="Rayabandi Supriya" userId="deb6199668a12680" providerId="LiveId" clId="{3664572B-21A4-4039-9B23-060BCF113105}" dt="2025-11-30T04:55:07.004" v="258" actId="14100"/>
          <ac:spMkLst>
            <pc:docMk/>
            <pc:sldMk cId="352846649" sldId="267"/>
            <ac:spMk id="2" creationId="{73B6A901-B26D-F9AC-A509-F9CC3B470F8B}"/>
          </ac:spMkLst>
        </pc:spChg>
        <pc:spChg chg="mod">
          <ac:chgData name="Rayabandi Supriya" userId="deb6199668a12680" providerId="LiveId" clId="{3664572B-21A4-4039-9B23-060BCF113105}" dt="2025-11-30T04:55:41.157" v="262" actId="20577"/>
          <ac:spMkLst>
            <pc:docMk/>
            <pc:sldMk cId="352846649" sldId="267"/>
            <ac:spMk id="3" creationId="{42398485-FD68-A9D1-4AC5-1AC91E3447F5}"/>
          </ac:spMkLst>
        </pc:spChg>
      </pc:sldChg>
      <pc:sldChg chg="addSp delSp modSp new mod">
        <pc:chgData name="Rayabandi Supriya" userId="deb6199668a12680" providerId="LiveId" clId="{3664572B-21A4-4039-9B23-060BCF113105}" dt="2025-11-30T05:03:49.527" v="288" actId="20577"/>
        <pc:sldMkLst>
          <pc:docMk/>
          <pc:sldMk cId="1499743423" sldId="268"/>
        </pc:sldMkLst>
        <pc:spChg chg="mod">
          <ac:chgData name="Rayabandi Supriya" userId="deb6199668a12680" providerId="LiveId" clId="{3664572B-21A4-4039-9B23-060BCF113105}" dt="2025-11-30T05:03:40.193" v="283" actId="20577"/>
          <ac:spMkLst>
            <pc:docMk/>
            <pc:sldMk cId="1499743423" sldId="268"/>
            <ac:spMk id="2" creationId="{B8749C0E-B121-75EB-6196-8263C9823616}"/>
          </ac:spMkLst>
        </pc:spChg>
        <pc:spChg chg="del">
          <ac:chgData name="Rayabandi Supriya" userId="deb6199668a12680" providerId="LiveId" clId="{3664572B-21A4-4039-9B23-060BCF113105}" dt="2025-11-30T04:58:45.338" v="264"/>
          <ac:spMkLst>
            <pc:docMk/>
            <pc:sldMk cId="1499743423" sldId="268"/>
            <ac:spMk id="3" creationId="{886601F1-6392-C940-D5D7-91D0256766B2}"/>
          </ac:spMkLst>
        </pc:spChg>
        <pc:spChg chg="add mod">
          <ac:chgData name="Rayabandi Supriya" userId="deb6199668a12680" providerId="LiveId" clId="{3664572B-21A4-4039-9B23-060BCF113105}" dt="2025-11-30T05:03:49.527" v="288" actId="20577"/>
          <ac:spMkLst>
            <pc:docMk/>
            <pc:sldMk cId="1499743423" sldId="268"/>
            <ac:spMk id="4" creationId="{1CDB3EDF-8993-AC94-E79D-DB1EC349A028}"/>
          </ac:spMkLst>
        </pc:spChg>
      </pc:sldChg>
      <pc:sldChg chg="addSp delSp modSp new mod">
        <pc:chgData name="Rayabandi Supriya" userId="deb6199668a12680" providerId="LiveId" clId="{3664572B-21A4-4039-9B23-060BCF113105}" dt="2025-11-30T05:08:15.914" v="321" actId="12"/>
        <pc:sldMkLst>
          <pc:docMk/>
          <pc:sldMk cId="32074892" sldId="269"/>
        </pc:sldMkLst>
        <pc:spChg chg="mod">
          <ac:chgData name="Rayabandi Supriya" userId="deb6199668a12680" providerId="LiveId" clId="{3664572B-21A4-4039-9B23-060BCF113105}" dt="2025-11-30T05:07:56.663" v="314" actId="255"/>
          <ac:spMkLst>
            <pc:docMk/>
            <pc:sldMk cId="32074892" sldId="269"/>
            <ac:spMk id="2" creationId="{6B9061A0-3A3C-4599-5B99-D4566CFF5AE4}"/>
          </ac:spMkLst>
        </pc:spChg>
        <pc:spChg chg="del">
          <ac:chgData name="Rayabandi Supriya" userId="deb6199668a12680" providerId="LiveId" clId="{3664572B-21A4-4039-9B23-060BCF113105}" dt="2025-11-30T05:06:26.908" v="290"/>
          <ac:spMkLst>
            <pc:docMk/>
            <pc:sldMk cId="32074892" sldId="269"/>
            <ac:spMk id="3" creationId="{D6277BE1-516B-894A-9EBB-C7A1570AC01F}"/>
          </ac:spMkLst>
        </pc:spChg>
        <pc:spChg chg="add mod">
          <ac:chgData name="Rayabandi Supriya" userId="deb6199668a12680" providerId="LiveId" clId="{3664572B-21A4-4039-9B23-060BCF113105}" dt="2025-11-30T05:08:15.914" v="321" actId="12"/>
          <ac:spMkLst>
            <pc:docMk/>
            <pc:sldMk cId="32074892" sldId="269"/>
            <ac:spMk id="4" creationId="{0C51E200-4420-CCE8-FC95-5F251F4AD579}"/>
          </ac:spMkLst>
        </pc:spChg>
      </pc:sldChg>
      <pc:sldChg chg="addSp delSp modSp new mod setBg">
        <pc:chgData name="Rayabandi Supriya" userId="deb6199668a12680" providerId="LiveId" clId="{3664572B-21A4-4039-9B23-060BCF113105}" dt="2025-11-30T05:12:46.289" v="343" actId="26606"/>
        <pc:sldMkLst>
          <pc:docMk/>
          <pc:sldMk cId="4207583322" sldId="270"/>
        </pc:sldMkLst>
        <pc:spChg chg="mod">
          <ac:chgData name="Rayabandi Supriya" userId="deb6199668a12680" providerId="LiveId" clId="{3664572B-21A4-4039-9B23-060BCF113105}" dt="2025-11-30T05:12:46.260" v="342" actId="26606"/>
          <ac:spMkLst>
            <pc:docMk/>
            <pc:sldMk cId="4207583322" sldId="270"/>
            <ac:spMk id="2" creationId="{0708CD76-2C5B-B577-AD24-9D75A7458C55}"/>
          </ac:spMkLst>
        </pc:spChg>
        <pc:spChg chg="del">
          <ac:chgData name="Rayabandi Supriya" userId="deb6199668a12680" providerId="LiveId" clId="{3664572B-21A4-4039-9B23-060BCF113105}" dt="2025-11-30T05:10:38.620" v="324"/>
          <ac:spMkLst>
            <pc:docMk/>
            <pc:sldMk cId="4207583322" sldId="270"/>
            <ac:spMk id="3" creationId="{8A766B5A-39DF-BD50-7CA3-F81CCF0F1E9F}"/>
          </ac:spMkLst>
        </pc:spChg>
        <pc:spChg chg="add del mod">
          <ac:chgData name="Rayabandi Supriya" userId="deb6199668a12680" providerId="LiveId" clId="{3664572B-21A4-4039-9B23-060BCF113105}" dt="2025-11-30T05:12:46.289" v="343" actId="26606"/>
          <ac:spMkLst>
            <pc:docMk/>
            <pc:sldMk cId="4207583322" sldId="270"/>
            <ac:spMk id="4" creationId="{87239DA7-25C6-B1A0-29EB-E64929033BAD}"/>
          </ac:spMkLst>
        </pc:spChg>
        <pc:spChg chg="add del">
          <ac:chgData name="Rayabandi Supriya" userId="deb6199668a12680" providerId="LiveId" clId="{3664572B-21A4-4039-9B23-060BCF113105}" dt="2025-11-30T05:12:46.260" v="342" actId="26606"/>
          <ac:spMkLst>
            <pc:docMk/>
            <pc:sldMk cId="4207583322" sldId="270"/>
            <ac:spMk id="10" creationId="{35DB3719-6FDC-4E5D-891D-FF40B7300F64}"/>
          </ac:spMkLst>
        </pc:spChg>
        <pc:spChg chg="add del">
          <ac:chgData name="Rayabandi Supriya" userId="deb6199668a12680" providerId="LiveId" clId="{3664572B-21A4-4039-9B23-060BCF113105}" dt="2025-11-30T05:12:46.260" v="342" actId="26606"/>
          <ac:spMkLst>
            <pc:docMk/>
            <pc:sldMk cId="4207583322" sldId="270"/>
            <ac:spMk id="12" creationId="{E0CBAC23-2E3F-4A90-BA59-F8299F6A5439}"/>
          </ac:spMkLst>
        </pc:spChg>
        <pc:graphicFrameChg chg="add del">
          <ac:chgData name="Rayabandi Supriya" userId="deb6199668a12680" providerId="LiveId" clId="{3664572B-21A4-4039-9B23-060BCF113105}" dt="2025-11-30T05:12:46.260" v="342" actId="26606"/>
          <ac:graphicFrameMkLst>
            <pc:docMk/>
            <pc:sldMk cId="4207583322" sldId="270"/>
            <ac:graphicFrameMk id="6" creationId="{5C3DC1DF-7F5A-63AD-064E-C1387B7F2CFC}"/>
          </ac:graphicFrameMkLst>
        </pc:graphicFrameChg>
        <pc:graphicFrameChg chg="add">
          <ac:chgData name="Rayabandi Supriya" userId="deb6199668a12680" providerId="LiveId" clId="{3664572B-21A4-4039-9B23-060BCF113105}" dt="2025-11-30T05:12:46.289" v="343" actId="26606"/>
          <ac:graphicFrameMkLst>
            <pc:docMk/>
            <pc:sldMk cId="4207583322" sldId="270"/>
            <ac:graphicFrameMk id="14" creationId="{833C5794-DA13-885A-9ACE-E1125B589A42}"/>
          </ac:graphicFrameMkLst>
        </pc:graphicFrameChg>
      </pc:sldChg>
      <pc:sldChg chg="new">
        <pc:chgData name="Rayabandi Supriya" userId="deb6199668a12680" providerId="LiveId" clId="{3664572B-21A4-4039-9B23-060BCF113105}" dt="2025-11-30T05:13:03.667" v="344" actId="680"/>
        <pc:sldMkLst>
          <pc:docMk/>
          <pc:sldMk cId="2242300738" sldId="271"/>
        </pc:sldMkLst>
      </pc:sldChg>
      <pc:sldChg chg="addSp delSp modSp new mod setBg">
        <pc:chgData name="Rayabandi Supriya" userId="deb6199668a12680" providerId="LiveId" clId="{3664572B-21A4-4039-9B23-060BCF113105}" dt="2025-11-30T05:16:45.532" v="387"/>
        <pc:sldMkLst>
          <pc:docMk/>
          <pc:sldMk cId="3113938261" sldId="272"/>
        </pc:sldMkLst>
        <pc:spChg chg="add del mod">
          <ac:chgData name="Rayabandi Supriya" userId="deb6199668a12680" providerId="LiveId" clId="{3664572B-21A4-4039-9B23-060BCF113105}" dt="2025-11-30T05:14:24.186" v="381" actId="26606"/>
          <ac:spMkLst>
            <pc:docMk/>
            <pc:sldMk cId="3113938261" sldId="272"/>
            <ac:spMk id="2" creationId="{B3F30D68-0D04-8E7B-C3F7-B8C3EF04C011}"/>
          </ac:spMkLst>
        </pc:spChg>
        <pc:spChg chg="add">
          <ac:chgData name="Rayabandi Supriya" userId="deb6199668a12680" providerId="LiveId" clId="{3664572B-21A4-4039-9B23-060BCF113105}" dt="2025-11-30T05:14:24.186" v="381" actId="26606"/>
          <ac:spMkLst>
            <pc:docMk/>
            <pc:sldMk cId="3113938261" sldId="272"/>
            <ac:spMk id="9" creationId="{B50AB553-2A96-4A92-96F2-93548E096954}"/>
          </ac:spMkLst>
        </pc:spChg>
        <pc:graphicFrameChg chg="add mod">
          <ac:chgData name="Rayabandi Supriya" userId="deb6199668a12680" providerId="LiveId" clId="{3664572B-21A4-4039-9B23-060BCF113105}" dt="2025-11-30T05:14:31.451" v="383" actId="962"/>
          <ac:graphicFrameMkLst>
            <pc:docMk/>
            <pc:sldMk cId="3113938261" sldId="272"/>
            <ac:graphicFrameMk id="10" creationId="{9CCE9564-38EE-4875-DE95-BD34FEB879C6}"/>
          </ac:graphicFrameMkLst>
        </pc:graphicFrameChg>
        <pc:picChg chg="add del">
          <ac:chgData name="Rayabandi Supriya" userId="deb6199668a12680" providerId="LiveId" clId="{3664572B-21A4-4039-9B23-060BCF113105}" dt="2025-11-30T05:14:24.152" v="380" actId="26606"/>
          <ac:picMkLst>
            <pc:docMk/>
            <pc:sldMk cId="3113938261" sldId="272"/>
            <ac:picMk id="4" creationId="{EF9F644A-4CE6-C115-B163-7C68EBF56E2C}"/>
          </ac:picMkLst>
        </pc:picChg>
        <pc:picChg chg="add mod">
          <ac:chgData name="Rayabandi Supriya" userId="deb6199668a12680" providerId="LiveId" clId="{3664572B-21A4-4039-9B23-060BCF113105}" dt="2025-11-30T05:16:45.532" v="387"/>
          <ac:picMkLst>
            <pc:docMk/>
            <pc:sldMk cId="3113938261" sldId="272"/>
            <ac:picMk id="5" creationId="{6449CA1E-EBD7-8127-2281-EB980398A325}"/>
          </ac:picMkLst>
        </pc:picChg>
        <pc:picChg chg="add mod">
          <ac:chgData name="Rayabandi Supriya" userId="deb6199668a12680" providerId="LiveId" clId="{3664572B-21A4-4039-9B23-060BCF113105}" dt="2025-11-30T05:16:45.532" v="387"/>
          <ac:picMkLst>
            <pc:docMk/>
            <pc:sldMk cId="3113938261" sldId="272"/>
            <ac:picMk id="7170" creationId="{8BA92291-70C8-F8D9-FACA-397A8F9201B1}"/>
          </ac:picMkLst>
        </pc:picChg>
        <pc:cxnChg chg="add del">
          <ac:chgData name="Rayabandi Supriya" userId="deb6199668a12680" providerId="LiveId" clId="{3664572B-21A4-4039-9B23-060BCF113105}" dt="2025-11-30T05:14:24.152" v="380" actId="26606"/>
          <ac:cxnSpMkLst>
            <pc:docMk/>
            <pc:sldMk cId="3113938261" sldId="272"/>
            <ac:cxnSpMk id="8" creationId="{1503BFE4-729B-D9D0-C17B-501E6AF1127A}"/>
          </ac:cxnSpMkLst>
        </pc:cxn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080A00-8EE6-433D-ABA6-9C2A31B8F6F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8302EEA-2433-4DD6-92E2-D92FA1040733}">
      <dgm:prSet/>
      <dgm:spPr/>
      <dgm:t>
        <a:bodyPr/>
        <a:lstStyle/>
        <a:p>
          <a:pPr>
            <a:lnSpc>
              <a:spcPct val="100000"/>
            </a:lnSpc>
          </a:pPr>
          <a:r>
            <a:rPr lang="en-US" b="1" i="0" baseline="0"/>
            <a:t>Network slicing is essential for satellite RAN</a:t>
          </a:r>
          <a:r>
            <a:rPr lang="en-US" b="0" i="0" baseline="0"/>
            <a:t> – It lets multiple services run efficiently.</a:t>
          </a:r>
          <a:endParaRPr lang="en-US"/>
        </a:p>
      </dgm:t>
    </dgm:pt>
    <dgm:pt modelId="{302E7319-D9AC-4509-8EB6-4EB66D49BA57}" type="parTrans" cxnId="{0BB55EC7-0605-4A69-9CEF-2BFA7D744A1B}">
      <dgm:prSet/>
      <dgm:spPr/>
      <dgm:t>
        <a:bodyPr/>
        <a:lstStyle/>
        <a:p>
          <a:endParaRPr lang="en-US"/>
        </a:p>
      </dgm:t>
    </dgm:pt>
    <dgm:pt modelId="{A9A65C71-C6CE-402E-8589-5DC2BA82CFFC}" type="sibTrans" cxnId="{0BB55EC7-0605-4A69-9CEF-2BFA7D744A1B}">
      <dgm:prSet/>
      <dgm:spPr/>
      <dgm:t>
        <a:bodyPr/>
        <a:lstStyle/>
        <a:p>
          <a:pPr>
            <a:lnSpc>
              <a:spcPct val="100000"/>
            </a:lnSpc>
          </a:pPr>
          <a:endParaRPr lang="en-US"/>
        </a:p>
      </dgm:t>
    </dgm:pt>
    <dgm:pt modelId="{49556049-4CCA-4FEC-A4D4-C1DF9EB179EA}">
      <dgm:prSet/>
      <dgm:spPr/>
      <dgm:t>
        <a:bodyPr/>
        <a:lstStyle/>
        <a:p>
          <a:pPr>
            <a:lnSpc>
              <a:spcPct val="100000"/>
            </a:lnSpc>
          </a:pPr>
          <a:r>
            <a:rPr lang="en-US" b="1" i="0" baseline="0"/>
            <a:t>Regenerative payload enables effective slice control</a:t>
          </a:r>
          <a:r>
            <a:rPr lang="en-US" b="0" i="0" baseline="0"/>
            <a:t> – Onboard processing makes it possible.</a:t>
          </a:r>
          <a:endParaRPr lang="en-US"/>
        </a:p>
      </dgm:t>
    </dgm:pt>
    <dgm:pt modelId="{788D19DC-3760-42C9-ACA1-ACEE4339B025}" type="parTrans" cxnId="{713A6F27-45D0-46B5-A081-0989A272BA4D}">
      <dgm:prSet/>
      <dgm:spPr/>
      <dgm:t>
        <a:bodyPr/>
        <a:lstStyle/>
        <a:p>
          <a:endParaRPr lang="en-US"/>
        </a:p>
      </dgm:t>
    </dgm:pt>
    <dgm:pt modelId="{ED16F539-375E-405B-A2B6-373FA796ED5D}" type="sibTrans" cxnId="{713A6F27-45D0-46B5-A081-0989A272BA4D}">
      <dgm:prSet/>
      <dgm:spPr/>
      <dgm:t>
        <a:bodyPr/>
        <a:lstStyle/>
        <a:p>
          <a:pPr>
            <a:lnSpc>
              <a:spcPct val="100000"/>
            </a:lnSpc>
          </a:pPr>
          <a:endParaRPr lang="en-US"/>
        </a:p>
      </dgm:t>
    </dgm:pt>
    <dgm:pt modelId="{3B182792-C5EC-485B-99EC-577BB331716A}">
      <dgm:prSet/>
      <dgm:spPr/>
      <dgm:t>
        <a:bodyPr/>
        <a:lstStyle/>
        <a:p>
          <a:pPr>
            <a:lnSpc>
              <a:spcPct val="100000"/>
            </a:lnSpc>
          </a:pPr>
          <a:r>
            <a:rPr lang="en-US" b="1" i="0" baseline="0"/>
            <a:t>MAC and PHY layers play a key role</a:t>
          </a:r>
          <a:r>
            <a:rPr lang="en-US" b="0" i="0" baseline="0"/>
            <a:t> – They handle scheduling, resource allocation, and QoS.</a:t>
          </a:r>
          <a:endParaRPr lang="en-US"/>
        </a:p>
      </dgm:t>
    </dgm:pt>
    <dgm:pt modelId="{E2C09C90-0A72-4992-8DF2-0ED5CA6646E3}" type="parTrans" cxnId="{F9C7F9B7-D7E1-4E03-A26D-731F25F99B72}">
      <dgm:prSet/>
      <dgm:spPr/>
      <dgm:t>
        <a:bodyPr/>
        <a:lstStyle/>
        <a:p>
          <a:endParaRPr lang="en-US"/>
        </a:p>
      </dgm:t>
    </dgm:pt>
    <dgm:pt modelId="{FDD70531-7197-4198-9948-2971F434F66B}" type="sibTrans" cxnId="{F9C7F9B7-D7E1-4E03-A26D-731F25F99B72}">
      <dgm:prSet/>
      <dgm:spPr/>
      <dgm:t>
        <a:bodyPr/>
        <a:lstStyle/>
        <a:p>
          <a:pPr>
            <a:lnSpc>
              <a:spcPct val="100000"/>
            </a:lnSpc>
          </a:pPr>
          <a:endParaRPr lang="en-US"/>
        </a:p>
      </dgm:t>
    </dgm:pt>
    <dgm:pt modelId="{76217B4B-CBB8-4366-A66F-52C1EBDB34EF}">
      <dgm:prSet/>
      <dgm:spPr/>
      <dgm:t>
        <a:bodyPr/>
        <a:lstStyle/>
        <a:p>
          <a:pPr>
            <a:lnSpc>
              <a:spcPct val="100000"/>
            </a:lnSpc>
          </a:pPr>
          <a:r>
            <a:rPr lang="en-US" b="1" i="0" baseline="0"/>
            <a:t>Aligned with 3GPP NTN standards</a:t>
          </a:r>
          <a:r>
            <a:rPr lang="en-US" b="0" i="0" baseline="0"/>
            <a:t> – The design matches 5G satellite network guidelines.</a:t>
          </a:r>
          <a:endParaRPr lang="en-US"/>
        </a:p>
      </dgm:t>
    </dgm:pt>
    <dgm:pt modelId="{5EB16019-5EA7-41DD-8D8D-C9CEC0C09A8D}" type="parTrans" cxnId="{E5D80ACA-2EAE-4BBB-B8A0-E1137EB536EE}">
      <dgm:prSet/>
      <dgm:spPr/>
      <dgm:t>
        <a:bodyPr/>
        <a:lstStyle/>
        <a:p>
          <a:endParaRPr lang="en-US"/>
        </a:p>
      </dgm:t>
    </dgm:pt>
    <dgm:pt modelId="{7A1169F7-F199-4EA4-A89A-11931341B09A}" type="sibTrans" cxnId="{E5D80ACA-2EAE-4BBB-B8A0-E1137EB536EE}">
      <dgm:prSet/>
      <dgm:spPr/>
      <dgm:t>
        <a:bodyPr/>
        <a:lstStyle/>
        <a:p>
          <a:endParaRPr lang="en-US"/>
        </a:p>
      </dgm:t>
    </dgm:pt>
    <dgm:pt modelId="{0E4ED751-C929-485F-B8DB-BBE1384EDCDF}" type="pres">
      <dgm:prSet presAssocID="{AC080A00-8EE6-433D-ABA6-9C2A31B8F6FE}" presName="root" presStyleCnt="0">
        <dgm:presLayoutVars>
          <dgm:dir/>
          <dgm:resizeHandles val="exact"/>
        </dgm:presLayoutVars>
      </dgm:prSet>
      <dgm:spPr/>
    </dgm:pt>
    <dgm:pt modelId="{249CE5CD-0752-4814-839F-610F4F8ED435}" type="pres">
      <dgm:prSet presAssocID="{AC080A00-8EE6-433D-ABA6-9C2A31B8F6FE}" presName="container" presStyleCnt="0">
        <dgm:presLayoutVars>
          <dgm:dir/>
          <dgm:resizeHandles val="exact"/>
        </dgm:presLayoutVars>
      </dgm:prSet>
      <dgm:spPr/>
    </dgm:pt>
    <dgm:pt modelId="{8B9A25EE-B46F-4D5A-9DDC-676F049E61D0}" type="pres">
      <dgm:prSet presAssocID="{A8302EEA-2433-4DD6-92E2-D92FA1040733}" presName="compNode" presStyleCnt="0"/>
      <dgm:spPr/>
    </dgm:pt>
    <dgm:pt modelId="{C54A22AF-8EC2-48A7-B1E8-9E288BADB7B4}" type="pres">
      <dgm:prSet presAssocID="{A8302EEA-2433-4DD6-92E2-D92FA1040733}" presName="iconBgRect" presStyleLbl="bgShp" presStyleIdx="0" presStyleCnt="4"/>
      <dgm:spPr/>
    </dgm:pt>
    <dgm:pt modelId="{41E28A3C-8AB5-45FA-9557-1D47AD39022B}" type="pres">
      <dgm:prSet presAssocID="{A8302EEA-2433-4DD6-92E2-D92FA104073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a:ext>
      </dgm:extLst>
    </dgm:pt>
    <dgm:pt modelId="{C02DAD3B-5DA7-4830-AB88-4FE535A50E36}" type="pres">
      <dgm:prSet presAssocID="{A8302EEA-2433-4DD6-92E2-D92FA1040733}" presName="spaceRect" presStyleCnt="0"/>
      <dgm:spPr/>
    </dgm:pt>
    <dgm:pt modelId="{DF05D859-DEC9-4DD9-A018-1C91D42EC891}" type="pres">
      <dgm:prSet presAssocID="{A8302EEA-2433-4DD6-92E2-D92FA1040733}" presName="textRect" presStyleLbl="revTx" presStyleIdx="0" presStyleCnt="4">
        <dgm:presLayoutVars>
          <dgm:chMax val="1"/>
          <dgm:chPref val="1"/>
        </dgm:presLayoutVars>
      </dgm:prSet>
      <dgm:spPr/>
    </dgm:pt>
    <dgm:pt modelId="{A366A9F6-84E0-4658-9975-E50BE21E1EF1}" type="pres">
      <dgm:prSet presAssocID="{A9A65C71-C6CE-402E-8589-5DC2BA82CFFC}" presName="sibTrans" presStyleLbl="sibTrans2D1" presStyleIdx="0" presStyleCnt="0"/>
      <dgm:spPr/>
    </dgm:pt>
    <dgm:pt modelId="{62F6C5DB-228C-4648-A37A-A8770E78ED2E}" type="pres">
      <dgm:prSet presAssocID="{49556049-4CCA-4FEC-A4D4-C1DF9EB179EA}" presName="compNode" presStyleCnt="0"/>
      <dgm:spPr/>
    </dgm:pt>
    <dgm:pt modelId="{5C16B250-5E56-4F50-B140-767673E2E4A9}" type="pres">
      <dgm:prSet presAssocID="{49556049-4CCA-4FEC-A4D4-C1DF9EB179EA}" presName="iconBgRect" presStyleLbl="bgShp" presStyleIdx="1" presStyleCnt="4"/>
      <dgm:spPr/>
    </dgm:pt>
    <dgm:pt modelId="{F9F43FA3-915A-4E52-9E19-4B7C2579EDAF}" type="pres">
      <dgm:prSet presAssocID="{49556049-4CCA-4FEC-A4D4-C1DF9EB179E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dioactive Sign"/>
        </a:ext>
      </dgm:extLst>
    </dgm:pt>
    <dgm:pt modelId="{75234AFE-8DE8-4A9A-914A-CB1F22E099FE}" type="pres">
      <dgm:prSet presAssocID="{49556049-4CCA-4FEC-A4D4-C1DF9EB179EA}" presName="spaceRect" presStyleCnt="0"/>
      <dgm:spPr/>
    </dgm:pt>
    <dgm:pt modelId="{C3326C14-619E-4A89-8186-1E5A11620F3E}" type="pres">
      <dgm:prSet presAssocID="{49556049-4CCA-4FEC-A4D4-C1DF9EB179EA}" presName="textRect" presStyleLbl="revTx" presStyleIdx="1" presStyleCnt="4">
        <dgm:presLayoutVars>
          <dgm:chMax val="1"/>
          <dgm:chPref val="1"/>
        </dgm:presLayoutVars>
      </dgm:prSet>
      <dgm:spPr/>
    </dgm:pt>
    <dgm:pt modelId="{9AAE4886-D841-4C74-96C1-279070C22816}" type="pres">
      <dgm:prSet presAssocID="{ED16F539-375E-405B-A2B6-373FA796ED5D}" presName="sibTrans" presStyleLbl="sibTrans2D1" presStyleIdx="0" presStyleCnt="0"/>
      <dgm:spPr/>
    </dgm:pt>
    <dgm:pt modelId="{7772733A-7E23-4B40-A813-9F7E62B4D1BA}" type="pres">
      <dgm:prSet presAssocID="{3B182792-C5EC-485B-99EC-577BB331716A}" presName="compNode" presStyleCnt="0"/>
      <dgm:spPr/>
    </dgm:pt>
    <dgm:pt modelId="{6989E0FA-5557-4CFF-B210-0220E0EA6D7F}" type="pres">
      <dgm:prSet presAssocID="{3B182792-C5EC-485B-99EC-577BB331716A}" presName="iconBgRect" presStyleLbl="bgShp" presStyleIdx="2" presStyleCnt="4"/>
      <dgm:spPr/>
    </dgm:pt>
    <dgm:pt modelId="{10D9AD2E-70FB-4BA4-A47B-8FC7F3FAD42D}" type="pres">
      <dgm:prSet presAssocID="{3B182792-C5EC-485B-99EC-577BB331716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43C276DB-77BE-44E8-BCEC-3A0FDDDE5376}" type="pres">
      <dgm:prSet presAssocID="{3B182792-C5EC-485B-99EC-577BB331716A}" presName="spaceRect" presStyleCnt="0"/>
      <dgm:spPr/>
    </dgm:pt>
    <dgm:pt modelId="{76637C55-794A-4B1B-8AF3-6F47D7928BC8}" type="pres">
      <dgm:prSet presAssocID="{3B182792-C5EC-485B-99EC-577BB331716A}" presName="textRect" presStyleLbl="revTx" presStyleIdx="2" presStyleCnt="4">
        <dgm:presLayoutVars>
          <dgm:chMax val="1"/>
          <dgm:chPref val="1"/>
        </dgm:presLayoutVars>
      </dgm:prSet>
      <dgm:spPr/>
    </dgm:pt>
    <dgm:pt modelId="{C6ED8E19-F23B-42DB-8C72-DEFBCF151943}" type="pres">
      <dgm:prSet presAssocID="{FDD70531-7197-4198-9948-2971F434F66B}" presName="sibTrans" presStyleLbl="sibTrans2D1" presStyleIdx="0" presStyleCnt="0"/>
      <dgm:spPr/>
    </dgm:pt>
    <dgm:pt modelId="{728D0F07-ECA6-40A9-A584-A2F54C410E00}" type="pres">
      <dgm:prSet presAssocID="{76217B4B-CBB8-4366-A66F-52C1EBDB34EF}" presName="compNode" presStyleCnt="0"/>
      <dgm:spPr/>
    </dgm:pt>
    <dgm:pt modelId="{45308228-0EC3-42DE-9F5D-0BB94CA850B3}" type="pres">
      <dgm:prSet presAssocID="{76217B4B-CBB8-4366-A66F-52C1EBDB34EF}" presName="iconBgRect" presStyleLbl="bgShp" presStyleIdx="3" presStyleCnt="4"/>
      <dgm:spPr/>
    </dgm:pt>
    <dgm:pt modelId="{79FD84A5-16D5-41E6-BBE0-D500A78177C8}" type="pres">
      <dgm:prSet presAssocID="{76217B4B-CBB8-4366-A66F-52C1EBDB34E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atellite dish"/>
        </a:ext>
      </dgm:extLst>
    </dgm:pt>
    <dgm:pt modelId="{DBFF496E-076E-4570-84D2-6E548C1A51E3}" type="pres">
      <dgm:prSet presAssocID="{76217B4B-CBB8-4366-A66F-52C1EBDB34EF}" presName="spaceRect" presStyleCnt="0"/>
      <dgm:spPr/>
    </dgm:pt>
    <dgm:pt modelId="{076361A8-FBEF-4A20-93C1-0C1DE45E2807}" type="pres">
      <dgm:prSet presAssocID="{76217B4B-CBB8-4366-A66F-52C1EBDB34EF}" presName="textRect" presStyleLbl="revTx" presStyleIdx="3" presStyleCnt="4">
        <dgm:presLayoutVars>
          <dgm:chMax val="1"/>
          <dgm:chPref val="1"/>
        </dgm:presLayoutVars>
      </dgm:prSet>
      <dgm:spPr/>
    </dgm:pt>
  </dgm:ptLst>
  <dgm:cxnLst>
    <dgm:cxn modelId="{3B598C18-A12F-4382-AE9B-4A9C19053F69}" type="presOf" srcId="{AC080A00-8EE6-433D-ABA6-9C2A31B8F6FE}" destId="{0E4ED751-C929-485F-B8DB-BBE1384EDCDF}" srcOrd="0" destOrd="0" presId="urn:microsoft.com/office/officeart/2018/2/layout/IconCircleList"/>
    <dgm:cxn modelId="{713A6F27-45D0-46B5-A081-0989A272BA4D}" srcId="{AC080A00-8EE6-433D-ABA6-9C2A31B8F6FE}" destId="{49556049-4CCA-4FEC-A4D4-C1DF9EB179EA}" srcOrd="1" destOrd="0" parTransId="{788D19DC-3760-42C9-ACA1-ACEE4339B025}" sibTransId="{ED16F539-375E-405B-A2B6-373FA796ED5D}"/>
    <dgm:cxn modelId="{EC714D34-254B-4228-BA0B-40A7BF06EE6F}" type="presOf" srcId="{ED16F539-375E-405B-A2B6-373FA796ED5D}" destId="{9AAE4886-D841-4C74-96C1-279070C22816}" srcOrd="0" destOrd="0" presId="urn:microsoft.com/office/officeart/2018/2/layout/IconCircleList"/>
    <dgm:cxn modelId="{6613485C-C89D-454B-9880-392DFBD6755F}" type="presOf" srcId="{FDD70531-7197-4198-9948-2971F434F66B}" destId="{C6ED8E19-F23B-42DB-8C72-DEFBCF151943}" srcOrd="0" destOrd="0" presId="urn:microsoft.com/office/officeart/2018/2/layout/IconCircleList"/>
    <dgm:cxn modelId="{CAE21254-5CDC-4C0D-BCD4-491A8A64F80B}" type="presOf" srcId="{3B182792-C5EC-485B-99EC-577BB331716A}" destId="{76637C55-794A-4B1B-8AF3-6F47D7928BC8}" srcOrd="0" destOrd="0" presId="urn:microsoft.com/office/officeart/2018/2/layout/IconCircleList"/>
    <dgm:cxn modelId="{F78C3684-E18E-4024-A809-17871140468A}" type="presOf" srcId="{76217B4B-CBB8-4366-A66F-52C1EBDB34EF}" destId="{076361A8-FBEF-4A20-93C1-0C1DE45E2807}" srcOrd="0" destOrd="0" presId="urn:microsoft.com/office/officeart/2018/2/layout/IconCircleList"/>
    <dgm:cxn modelId="{6EF5E296-9541-4CAB-B476-A6BAAF82E4B1}" type="presOf" srcId="{A9A65C71-C6CE-402E-8589-5DC2BA82CFFC}" destId="{A366A9F6-84E0-4658-9975-E50BE21E1EF1}" srcOrd="0" destOrd="0" presId="urn:microsoft.com/office/officeart/2018/2/layout/IconCircleList"/>
    <dgm:cxn modelId="{F9C7F9B7-D7E1-4E03-A26D-731F25F99B72}" srcId="{AC080A00-8EE6-433D-ABA6-9C2A31B8F6FE}" destId="{3B182792-C5EC-485B-99EC-577BB331716A}" srcOrd="2" destOrd="0" parTransId="{E2C09C90-0A72-4992-8DF2-0ED5CA6646E3}" sibTransId="{FDD70531-7197-4198-9948-2971F434F66B}"/>
    <dgm:cxn modelId="{0BB55EC7-0605-4A69-9CEF-2BFA7D744A1B}" srcId="{AC080A00-8EE6-433D-ABA6-9C2A31B8F6FE}" destId="{A8302EEA-2433-4DD6-92E2-D92FA1040733}" srcOrd="0" destOrd="0" parTransId="{302E7319-D9AC-4509-8EB6-4EB66D49BA57}" sibTransId="{A9A65C71-C6CE-402E-8589-5DC2BA82CFFC}"/>
    <dgm:cxn modelId="{E5D80ACA-2EAE-4BBB-B8A0-E1137EB536EE}" srcId="{AC080A00-8EE6-433D-ABA6-9C2A31B8F6FE}" destId="{76217B4B-CBB8-4366-A66F-52C1EBDB34EF}" srcOrd="3" destOrd="0" parTransId="{5EB16019-5EA7-41DD-8D8D-C9CEC0C09A8D}" sibTransId="{7A1169F7-F199-4EA4-A89A-11931341B09A}"/>
    <dgm:cxn modelId="{FA0395DD-9688-45A5-BCD2-D064F66DC83E}" type="presOf" srcId="{A8302EEA-2433-4DD6-92E2-D92FA1040733}" destId="{DF05D859-DEC9-4DD9-A018-1C91D42EC891}" srcOrd="0" destOrd="0" presId="urn:microsoft.com/office/officeart/2018/2/layout/IconCircleList"/>
    <dgm:cxn modelId="{EA1E98F0-D82F-4877-B428-D8249FF38C24}" type="presOf" srcId="{49556049-4CCA-4FEC-A4D4-C1DF9EB179EA}" destId="{C3326C14-619E-4A89-8186-1E5A11620F3E}" srcOrd="0" destOrd="0" presId="urn:microsoft.com/office/officeart/2018/2/layout/IconCircleList"/>
    <dgm:cxn modelId="{E4B26423-B8EE-4CFE-B4C9-E21E046C65EC}" type="presParOf" srcId="{0E4ED751-C929-485F-B8DB-BBE1384EDCDF}" destId="{249CE5CD-0752-4814-839F-610F4F8ED435}" srcOrd="0" destOrd="0" presId="urn:microsoft.com/office/officeart/2018/2/layout/IconCircleList"/>
    <dgm:cxn modelId="{FD5DD487-FE17-4060-82ED-46C4D9CB2BEE}" type="presParOf" srcId="{249CE5CD-0752-4814-839F-610F4F8ED435}" destId="{8B9A25EE-B46F-4D5A-9DDC-676F049E61D0}" srcOrd="0" destOrd="0" presId="urn:microsoft.com/office/officeart/2018/2/layout/IconCircleList"/>
    <dgm:cxn modelId="{2E27762A-2325-4400-A1BD-E5F2C3DFBFEF}" type="presParOf" srcId="{8B9A25EE-B46F-4D5A-9DDC-676F049E61D0}" destId="{C54A22AF-8EC2-48A7-B1E8-9E288BADB7B4}" srcOrd="0" destOrd="0" presId="urn:microsoft.com/office/officeart/2018/2/layout/IconCircleList"/>
    <dgm:cxn modelId="{CAC0C488-2A58-41F7-8080-7D8DB2403A09}" type="presParOf" srcId="{8B9A25EE-B46F-4D5A-9DDC-676F049E61D0}" destId="{41E28A3C-8AB5-45FA-9557-1D47AD39022B}" srcOrd="1" destOrd="0" presId="urn:microsoft.com/office/officeart/2018/2/layout/IconCircleList"/>
    <dgm:cxn modelId="{D0FCC6AB-2F3C-4C31-B64F-688DCB2E6393}" type="presParOf" srcId="{8B9A25EE-B46F-4D5A-9DDC-676F049E61D0}" destId="{C02DAD3B-5DA7-4830-AB88-4FE535A50E36}" srcOrd="2" destOrd="0" presId="urn:microsoft.com/office/officeart/2018/2/layout/IconCircleList"/>
    <dgm:cxn modelId="{B633D085-EF2A-47AE-AE3C-14F2CF23FCE9}" type="presParOf" srcId="{8B9A25EE-B46F-4D5A-9DDC-676F049E61D0}" destId="{DF05D859-DEC9-4DD9-A018-1C91D42EC891}" srcOrd="3" destOrd="0" presId="urn:microsoft.com/office/officeart/2018/2/layout/IconCircleList"/>
    <dgm:cxn modelId="{02025883-BA77-41A2-9D44-61B2260C4034}" type="presParOf" srcId="{249CE5CD-0752-4814-839F-610F4F8ED435}" destId="{A366A9F6-84E0-4658-9975-E50BE21E1EF1}" srcOrd="1" destOrd="0" presId="urn:microsoft.com/office/officeart/2018/2/layout/IconCircleList"/>
    <dgm:cxn modelId="{91D3ED3C-A99A-4263-8609-9E3E72FA4573}" type="presParOf" srcId="{249CE5CD-0752-4814-839F-610F4F8ED435}" destId="{62F6C5DB-228C-4648-A37A-A8770E78ED2E}" srcOrd="2" destOrd="0" presId="urn:microsoft.com/office/officeart/2018/2/layout/IconCircleList"/>
    <dgm:cxn modelId="{553AAD14-E78E-4F9E-8595-ACD7993B5424}" type="presParOf" srcId="{62F6C5DB-228C-4648-A37A-A8770E78ED2E}" destId="{5C16B250-5E56-4F50-B140-767673E2E4A9}" srcOrd="0" destOrd="0" presId="urn:microsoft.com/office/officeart/2018/2/layout/IconCircleList"/>
    <dgm:cxn modelId="{60AFB8E6-9248-4D42-9536-8B15EABF50A6}" type="presParOf" srcId="{62F6C5DB-228C-4648-A37A-A8770E78ED2E}" destId="{F9F43FA3-915A-4E52-9E19-4B7C2579EDAF}" srcOrd="1" destOrd="0" presId="urn:microsoft.com/office/officeart/2018/2/layout/IconCircleList"/>
    <dgm:cxn modelId="{20561C00-E50E-46E9-87C1-F21284E8269D}" type="presParOf" srcId="{62F6C5DB-228C-4648-A37A-A8770E78ED2E}" destId="{75234AFE-8DE8-4A9A-914A-CB1F22E099FE}" srcOrd="2" destOrd="0" presId="urn:microsoft.com/office/officeart/2018/2/layout/IconCircleList"/>
    <dgm:cxn modelId="{42589C73-61CB-4531-A227-EE478C5252D3}" type="presParOf" srcId="{62F6C5DB-228C-4648-A37A-A8770E78ED2E}" destId="{C3326C14-619E-4A89-8186-1E5A11620F3E}" srcOrd="3" destOrd="0" presId="urn:microsoft.com/office/officeart/2018/2/layout/IconCircleList"/>
    <dgm:cxn modelId="{10A4E463-4920-47CD-B04E-1EC7A0CF614D}" type="presParOf" srcId="{249CE5CD-0752-4814-839F-610F4F8ED435}" destId="{9AAE4886-D841-4C74-96C1-279070C22816}" srcOrd="3" destOrd="0" presId="urn:microsoft.com/office/officeart/2018/2/layout/IconCircleList"/>
    <dgm:cxn modelId="{26D2FFF5-AD50-4FB0-8EB3-0DE8D5E8BFC8}" type="presParOf" srcId="{249CE5CD-0752-4814-839F-610F4F8ED435}" destId="{7772733A-7E23-4B40-A813-9F7E62B4D1BA}" srcOrd="4" destOrd="0" presId="urn:microsoft.com/office/officeart/2018/2/layout/IconCircleList"/>
    <dgm:cxn modelId="{BEA086AA-AF6B-478F-B33F-BD6CEB7E9FBA}" type="presParOf" srcId="{7772733A-7E23-4B40-A813-9F7E62B4D1BA}" destId="{6989E0FA-5557-4CFF-B210-0220E0EA6D7F}" srcOrd="0" destOrd="0" presId="urn:microsoft.com/office/officeart/2018/2/layout/IconCircleList"/>
    <dgm:cxn modelId="{F5D96A4F-9F2E-42CA-A937-1A870E78BF6A}" type="presParOf" srcId="{7772733A-7E23-4B40-A813-9F7E62B4D1BA}" destId="{10D9AD2E-70FB-4BA4-A47B-8FC7F3FAD42D}" srcOrd="1" destOrd="0" presId="urn:microsoft.com/office/officeart/2018/2/layout/IconCircleList"/>
    <dgm:cxn modelId="{6D4EE24B-0C81-4354-8B2E-F27A2F9C292A}" type="presParOf" srcId="{7772733A-7E23-4B40-A813-9F7E62B4D1BA}" destId="{43C276DB-77BE-44E8-BCEC-3A0FDDDE5376}" srcOrd="2" destOrd="0" presId="urn:microsoft.com/office/officeart/2018/2/layout/IconCircleList"/>
    <dgm:cxn modelId="{3616DCD6-1BDF-4F36-A536-90CF20545EDC}" type="presParOf" srcId="{7772733A-7E23-4B40-A813-9F7E62B4D1BA}" destId="{76637C55-794A-4B1B-8AF3-6F47D7928BC8}" srcOrd="3" destOrd="0" presId="urn:microsoft.com/office/officeart/2018/2/layout/IconCircleList"/>
    <dgm:cxn modelId="{45967EAA-58BC-44DB-BAB7-B01F81EAE64C}" type="presParOf" srcId="{249CE5CD-0752-4814-839F-610F4F8ED435}" destId="{C6ED8E19-F23B-42DB-8C72-DEFBCF151943}" srcOrd="5" destOrd="0" presId="urn:microsoft.com/office/officeart/2018/2/layout/IconCircleList"/>
    <dgm:cxn modelId="{60B5EFEC-D6DC-4037-94F6-D7C623E12F82}" type="presParOf" srcId="{249CE5CD-0752-4814-839F-610F4F8ED435}" destId="{728D0F07-ECA6-40A9-A584-A2F54C410E00}" srcOrd="6" destOrd="0" presId="urn:microsoft.com/office/officeart/2018/2/layout/IconCircleList"/>
    <dgm:cxn modelId="{64FF4E3F-2A02-4501-9B49-D917B50E11DF}" type="presParOf" srcId="{728D0F07-ECA6-40A9-A584-A2F54C410E00}" destId="{45308228-0EC3-42DE-9F5D-0BB94CA850B3}" srcOrd="0" destOrd="0" presId="urn:microsoft.com/office/officeart/2018/2/layout/IconCircleList"/>
    <dgm:cxn modelId="{B1694479-EC92-4157-9D63-2BBBA6F090FF}" type="presParOf" srcId="{728D0F07-ECA6-40A9-A584-A2F54C410E00}" destId="{79FD84A5-16D5-41E6-BBE0-D500A78177C8}" srcOrd="1" destOrd="0" presId="urn:microsoft.com/office/officeart/2018/2/layout/IconCircleList"/>
    <dgm:cxn modelId="{89AEB4C3-B6EE-41F6-AE97-00371BCFA3AF}" type="presParOf" srcId="{728D0F07-ECA6-40A9-A584-A2F54C410E00}" destId="{DBFF496E-076E-4570-84D2-6E548C1A51E3}" srcOrd="2" destOrd="0" presId="urn:microsoft.com/office/officeart/2018/2/layout/IconCircleList"/>
    <dgm:cxn modelId="{24D2769C-CC17-41AA-9F4F-10F02C6C3A25}" type="presParOf" srcId="{728D0F07-ECA6-40A9-A584-A2F54C410E00}" destId="{076361A8-FBEF-4A20-93C1-0C1DE45E280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BFDBD4-5A95-4717-8EBC-4D6955001457}"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C6CD085A-1EB1-4BC6-BC30-0B8D1AB41C95}">
      <dgm:prSet/>
      <dgm:spPr/>
      <dgm:t>
        <a:bodyPr/>
        <a:lstStyle/>
        <a:p>
          <a:r>
            <a:rPr lang="en-US"/>
            <a:t>THANK YOU </a:t>
          </a:r>
        </a:p>
      </dgm:t>
    </dgm:pt>
    <dgm:pt modelId="{179349C9-D2F5-499D-88F7-8C5205E73303}" type="parTrans" cxnId="{A98E86E0-D8D0-410E-B2D5-350246AE70B7}">
      <dgm:prSet/>
      <dgm:spPr/>
      <dgm:t>
        <a:bodyPr/>
        <a:lstStyle/>
        <a:p>
          <a:endParaRPr lang="en-US"/>
        </a:p>
      </dgm:t>
    </dgm:pt>
    <dgm:pt modelId="{E059607A-C6DE-4D50-B9E4-750445E2C403}" type="sibTrans" cxnId="{A98E86E0-D8D0-410E-B2D5-350246AE70B7}">
      <dgm:prSet/>
      <dgm:spPr/>
      <dgm:t>
        <a:bodyPr/>
        <a:lstStyle/>
        <a:p>
          <a:endParaRPr lang="en-US"/>
        </a:p>
      </dgm:t>
    </dgm:pt>
    <dgm:pt modelId="{11D33EC4-3BD1-428E-9F43-96F78BC6F78B}">
      <dgm:prSet/>
      <dgm:spPr/>
      <dgm:t>
        <a:bodyPr/>
        <a:lstStyle/>
        <a:p>
          <a:r>
            <a:rPr lang="en-US"/>
            <a:t>ANY QUESTIONS?</a:t>
          </a:r>
        </a:p>
      </dgm:t>
    </dgm:pt>
    <dgm:pt modelId="{FDDA3002-4EB1-4D2B-857D-E949636523F3}" type="parTrans" cxnId="{9BC19B8E-2EE3-4BBF-979E-49814A49F869}">
      <dgm:prSet/>
      <dgm:spPr/>
      <dgm:t>
        <a:bodyPr/>
        <a:lstStyle/>
        <a:p>
          <a:endParaRPr lang="en-US"/>
        </a:p>
      </dgm:t>
    </dgm:pt>
    <dgm:pt modelId="{1FD85318-9AC2-4647-A61C-3A3E836E2305}" type="sibTrans" cxnId="{9BC19B8E-2EE3-4BBF-979E-49814A49F869}">
      <dgm:prSet/>
      <dgm:spPr/>
      <dgm:t>
        <a:bodyPr/>
        <a:lstStyle/>
        <a:p>
          <a:endParaRPr lang="en-US"/>
        </a:p>
      </dgm:t>
    </dgm:pt>
    <dgm:pt modelId="{256FF279-E8B7-43B6-90F8-E8F3B518689F}" type="pres">
      <dgm:prSet presAssocID="{66BFDBD4-5A95-4717-8EBC-4D6955001457}" presName="outerComposite" presStyleCnt="0">
        <dgm:presLayoutVars>
          <dgm:chMax val="5"/>
          <dgm:dir/>
          <dgm:resizeHandles val="exact"/>
        </dgm:presLayoutVars>
      </dgm:prSet>
      <dgm:spPr/>
    </dgm:pt>
    <dgm:pt modelId="{15AF3A6E-2BF8-4274-856B-A29DCD3F6473}" type="pres">
      <dgm:prSet presAssocID="{66BFDBD4-5A95-4717-8EBC-4D6955001457}" presName="dummyMaxCanvas" presStyleCnt="0">
        <dgm:presLayoutVars/>
      </dgm:prSet>
      <dgm:spPr/>
    </dgm:pt>
    <dgm:pt modelId="{C663E0BC-F20E-4479-8C91-413125D398E0}" type="pres">
      <dgm:prSet presAssocID="{66BFDBD4-5A95-4717-8EBC-4D6955001457}" presName="TwoNodes_1" presStyleLbl="node1" presStyleIdx="0" presStyleCnt="2">
        <dgm:presLayoutVars>
          <dgm:bulletEnabled val="1"/>
        </dgm:presLayoutVars>
      </dgm:prSet>
      <dgm:spPr/>
    </dgm:pt>
    <dgm:pt modelId="{1A518931-0202-415D-A0DC-DE1A167C3D75}" type="pres">
      <dgm:prSet presAssocID="{66BFDBD4-5A95-4717-8EBC-4D6955001457}" presName="TwoNodes_2" presStyleLbl="node1" presStyleIdx="1" presStyleCnt="2">
        <dgm:presLayoutVars>
          <dgm:bulletEnabled val="1"/>
        </dgm:presLayoutVars>
      </dgm:prSet>
      <dgm:spPr/>
    </dgm:pt>
    <dgm:pt modelId="{3000BB58-34DB-4C2D-899B-A0BD3FC08886}" type="pres">
      <dgm:prSet presAssocID="{66BFDBD4-5A95-4717-8EBC-4D6955001457}" presName="TwoConn_1-2" presStyleLbl="fgAccFollowNode1" presStyleIdx="0" presStyleCnt="1">
        <dgm:presLayoutVars>
          <dgm:bulletEnabled val="1"/>
        </dgm:presLayoutVars>
      </dgm:prSet>
      <dgm:spPr/>
    </dgm:pt>
    <dgm:pt modelId="{D596D9D0-4B11-4B17-896C-6A617CD5A6AD}" type="pres">
      <dgm:prSet presAssocID="{66BFDBD4-5A95-4717-8EBC-4D6955001457}" presName="TwoNodes_1_text" presStyleLbl="node1" presStyleIdx="1" presStyleCnt="2">
        <dgm:presLayoutVars>
          <dgm:bulletEnabled val="1"/>
        </dgm:presLayoutVars>
      </dgm:prSet>
      <dgm:spPr/>
    </dgm:pt>
    <dgm:pt modelId="{7F6E5B14-1E1C-4D0C-A2EE-B3233A8F9CD2}" type="pres">
      <dgm:prSet presAssocID="{66BFDBD4-5A95-4717-8EBC-4D6955001457}" presName="TwoNodes_2_text" presStyleLbl="node1" presStyleIdx="1" presStyleCnt="2">
        <dgm:presLayoutVars>
          <dgm:bulletEnabled val="1"/>
        </dgm:presLayoutVars>
      </dgm:prSet>
      <dgm:spPr/>
    </dgm:pt>
  </dgm:ptLst>
  <dgm:cxnLst>
    <dgm:cxn modelId="{9059F80B-C505-466D-9E76-3B82E1F9F0B3}" type="presOf" srcId="{11D33EC4-3BD1-428E-9F43-96F78BC6F78B}" destId="{7F6E5B14-1E1C-4D0C-A2EE-B3233A8F9CD2}" srcOrd="1" destOrd="0" presId="urn:microsoft.com/office/officeart/2005/8/layout/vProcess5"/>
    <dgm:cxn modelId="{6C70742B-0FE5-4164-8B22-AF12E785AF95}" type="presOf" srcId="{C6CD085A-1EB1-4BC6-BC30-0B8D1AB41C95}" destId="{D596D9D0-4B11-4B17-896C-6A617CD5A6AD}" srcOrd="1" destOrd="0" presId="urn:microsoft.com/office/officeart/2005/8/layout/vProcess5"/>
    <dgm:cxn modelId="{9BC19B8E-2EE3-4BBF-979E-49814A49F869}" srcId="{66BFDBD4-5A95-4717-8EBC-4D6955001457}" destId="{11D33EC4-3BD1-428E-9F43-96F78BC6F78B}" srcOrd="1" destOrd="0" parTransId="{FDDA3002-4EB1-4D2B-857D-E949636523F3}" sibTransId="{1FD85318-9AC2-4647-A61C-3A3E836E2305}"/>
    <dgm:cxn modelId="{6738F69E-103E-446C-BCC3-1602513B3481}" type="presOf" srcId="{C6CD085A-1EB1-4BC6-BC30-0B8D1AB41C95}" destId="{C663E0BC-F20E-4479-8C91-413125D398E0}" srcOrd="0" destOrd="0" presId="urn:microsoft.com/office/officeart/2005/8/layout/vProcess5"/>
    <dgm:cxn modelId="{C32771B9-6231-47F3-8E7E-5A76897D9A39}" type="presOf" srcId="{11D33EC4-3BD1-428E-9F43-96F78BC6F78B}" destId="{1A518931-0202-415D-A0DC-DE1A167C3D75}" srcOrd="0" destOrd="0" presId="urn:microsoft.com/office/officeart/2005/8/layout/vProcess5"/>
    <dgm:cxn modelId="{A98E86E0-D8D0-410E-B2D5-350246AE70B7}" srcId="{66BFDBD4-5A95-4717-8EBC-4D6955001457}" destId="{C6CD085A-1EB1-4BC6-BC30-0B8D1AB41C95}" srcOrd="0" destOrd="0" parTransId="{179349C9-D2F5-499D-88F7-8C5205E73303}" sibTransId="{E059607A-C6DE-4D50-B9E4-750445E2C403}"/>
    <dgm:cxn modelId="{7C292AEB-6E33-47A3-81B2-2FADD15CD55B}" type="presOf" srcId="{E059607A-C6DE-4D50-B9E4-750445E2C403}" destId="{3000BB58-34DB-4C2D-899B-A0BD3FC08886}" srcOrd="0" destOrd="0" presId="urn:microsoft.com/office/officeart/2005/8/layout/vProcess5"/>
    <dgm:cxn modelId="{4C6D41F9-88B5-4E07-9FBD-8D2666E9DB43}" type="presOf" srcId="{66BFDBD4-5A95-4717-8EBC-4D6955001457}" destId="{256FF279-E8B7-43B6-90F8-E8F3B518689F}" srcOrd="0" destOrd="0" presId="urn:microsoft.com/office/officeart/2005/8/layout/vProcess5"/>
    <dgm:cxn modelId="{BEB01A34-BE70-4579-B38F-75B55D3DDD12}" type="presParOf" srcId="{256FF279-E8B7-43B6-90F8-E8F3B518689F}" destId="{15AF3A6E-2BF8-4274-856B-A29DCD3F6473}" srcOrd="0" destOrd="0" presId="urn:microsoft.com/office/officeart/2005/8/layout/vProcess5"/>
    <dgm:cxn modelId="{90C43704-55A4-4426-B520-3C588D1B6946}" type="presParOf" srcId="{256FF279-E8B7-43B6-90F8-E8F3B518689F}" destId="{C663E0BC-F20E-4479-8C91-413125D398E0}" srcOrd="1" destOrd="0" presId="urn:microsoft.com/office/officeart/2005/8/layout/vProcess5"/>
    <dgm:cxn modelId="{FA50600D-FDA0-4C34-A147-CE8EE3F943A6}" type="presParOf" srcId="{256FF279-E8B7-43B6-90F8-E8F3B518689F}" destId="{1A518931-0202-415D-A0DC-DE1A167C3D75}" srcOrd="2" destOrd="0" presId="urn:microsoft.com/office/officeart/2005/8/layout/vProcess5"/>
    <dgm:cxn modelId="{A8B4E3A7-C0A0-4F9B-8C39-7794D80ABA9A}" type="presParOf" srcId="{256FF279-E8B7-43B6-90F8-E8F3B518689F}" destId="{3000BB58-34DB-4C2D-899B-A0BD3FC08886}" srcOrd="3" destOrd="0" presId="urn:microsoft.com/office/officeart/2005/8/layout/vProcess5"/>
    <dgm:cxn modelId="{483FA00E-44D3-4052-BFF8-85C69420D137}" type="presParOf" srcId="{256FF279-E8B7-43B6-90F8-E8F3B518689F}" destId="{D596D9D0-4B11-4B17-896C-6A617CD5A6AD}" srcOrd="4" destOrd="0" presId="urn:microsoft.com/office/officeart/2005/8/layout/vProcess5"/>
    <dgm:cxn modelId="{3C0A1E00-AF4F-4765-9B05-07B7BEAD62E8}" type="presParOf" srcId="{256FF279-E8B7-43B6-90F8-E8F3B518689F}" destId="{7F6E5B14-1E1C-4D0C-A2EE-B3233A8F9CD2}"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A22AF-8EC2-48A7-B1E8-9E288BADB7B4}">
      <dsp:nvSpPr>
        <dsp:cNvPr id="0" name=""/>
        <dsp:cNvSpPr/>
      </dsp:nvSpPr>
      <dsp:spPr>
        <a:xfrm>
          <a:off x="241541" y="499060"/>
          <a:ext cx="1350989" cy="13509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E28A3C-8AB5-45FA-9557-1D47AD39022B}">
      <dsp:nvSpPr>
        <dsp:cNvPr id="0" name=""/>
        <dsp:cNvSpPr/>
      </dsp:nvSpPr>
      <dsp:spPr>
        <a:xfrm>
          <a:off x="525249" y="782768"/>
          <a:ext cx="783573" cy="7835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05D859-DEC9-4DD9-A018-1C91D42EC891}">
      <dsp:nvSpPr>
        <dsp:cNvPr id="0" name=""/>
        <dsp:cNvSpPr/>
      </dsp:nvSpPr>
      <dsp:spPr>
        <a:xfrm>
          <a:off x="1882028" y="499060"/>
          <a:ext cx="3184474" cy="135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i="0" kern="1200" baseline="0"/>
            <a:t>Network slicing is essential for satellite RAN</a:t>
          </a:r>
          <a:r>
            <a:rPr lang="en-US" sz="1900" b="0" i="0" kern="1200" baseline="0"/>
            <a:t> – It lets multiple services run efficiently.</a:t>
          </a:r>
          <a:endParaRPr lang="en-US" sz="1900" kern="1200"/>
        </a:p>
      </dsp:txBody>
      <dsp:txXfrm>
        <a:off x="1882028" y="499060"/>
        <a:ext cx="3184474" cy="1350989"/>
      </dsp:txXfrm>
    </dsp:sp>
    <dsp:sp modelId="{5C16B250-5E56-4F50-B140-767673E2E4A9}">
      <dsp:nvSpPr>
        <dsp:cNvPr id="0" name=""/>
        <dsp:cNvSpPr/>
      </dsp:nvSpPr>
      <dsp:spPr>
        <a:xfrm>
          <a:off x="5621373" y="499060"/>
          <a:ext cx="1350989" cy="13509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F43FA3-915A-4E52-9E19-4B7C2579EDAF}">
      <dsp:nvSpPr>
        <dsp:cNvPr id="0" name=""/>
        <dsp:cNvSpPr/>
      </dsp:nvSpPr>
      <dsp:spPr>
        <a:xfrm>
          <a:off x="5905081" y="782768"/>
          <a:ext cx="783573" cy="7835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326C14-619E-4A89-8186-1E5A11620F3E}">
      <dsp:nvSpPr>
        <dsp:cNvPr id="0" name=""/>
        <dsp:cNvSpPr/>
      </dsp:nvSpPr>
      <dsp:spPr>
        <a:xfrm>
          <a:off x="7261860" y="499060"/>
          <a:ext cx="3184474" cy="135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i="0" kern="1200" baseline="0"/>
            <a:t>Regenerative payload enables effective slice control</a:t>
          </a:r>
          <a:r>
            <a:rPr lang="en-US" sz="1900" b="0" i="0" kern="1200" baseline="0"/>
            <a:t> – Onboard processing makes it possible.</a:t>
          </a:r>
          <a:endParaRPr lang="en-US" sz="1900" kern="1200"/>
        </a:p>
      </dsp:txBody>
      <dsp:txXfrm>
        <a:off x="7261860" y="499060"/>
        <a:ext cx="3184474" cy="1350989"/>
      </dsp:txXfrm>
    </dsp:sp>
    <dsp:sp modelId="{6989E0FA-5557-4CFF-B210-0220E0EA6D7F}">
      <dsp:nvSpPr>
        <dsp:cNvPr id="0" name=""/>
        <dsp:cNvSpPr/>
      </dsp:nvSpPr>
      <dsp:spPr>
        <a:xfrm>
          <a:off x="241541" y="2607901"/>
          <a:ext cx="1350989" cy="13509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D9AD2E-70FB-4BA4-A47B-8FC7F3FAD42D}">
      <dsp:nvSpPr>
        <dsp:cNvPr id="0" name=""/>
        <dsp:cNvSpPr/>
      </dsp:nvSpPr>
      <dsp:spPr>
        <a:xfrm>
          <a:off x="525249" y="2891609"/>
          <a:ext cx="783573" cy="7835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637C55-794A-4B1B-8AF3-6F47D7928BC8}">
      <dsp:nvSpPr>
        <dsp:cNvPr id="0" name=""/>
        <dsp:cNvSpPr/>
      </dsp:nvSpPr>
      <dsp:spPr>
        <a:xfrm>
          <a:off x="1882028" y="2607901"/>
          <a:ext cx="3184474" cy="135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i="0" kern="1200" baseline="0"/>
            <a:t>MAC and PHY layers play a key role</a:t>
          </a:r>
          <a:r>
            <a:rPr lang="en-US" sz="1900" b="0" i="0" kern="1200" baseline="0"/>
            <a:t> – They handle scheduling, resource allocation, and QoS.</a:t>
          </a:r>
          <a:endParaRPr lang="en-US" sz="1900" kern="1200"/>
        </a:p>
      </dsp:txBody>
      <dsp:txXfrm>
        <a:off x="1882028" y="2607901"/>
        <a:ext cx="3184474" cy="1350989"/>
      </dsp:txXfrm>
    </dsp:sp>
    <dsp:sp modelId="{45308228-0EC3-42DE-9F5D-0BB94CA850B3}">
      <dsp:nvSpPr>
        <dsp:cNvPr id="0" name=""/>
        <dsp:cNvSpPr/>
      </dsp:nvSpPr>
      <dsp:spPr>
        <a:xfrm>
          <a:off x="5621373" y="2607901"/>
          <a:ext cx="1350989" cy="13509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FD84A5-16D5-41E6-BBE0-D500A78177C8}">
      <dsp:nvSpPr>
        <dsp:cNvPr id="0" name=""/>
        <dsp:cNvSpPr/>
      </dsp:nvSpPr>
      <dsp:spPr>
        <a:xfrm>
          <a:off x="5905081" y="2891609"/>
          <a:ext cx="783573" cy="78357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6361A8-FBEF-4A20-93C1-0C1DE45E2807}">
      <dsp:nvSpPr>
        <dsp:cNvPr id="0" name=""/>
        <dsp:cNvSpPr/>
      </dsp:nvSpPr>
      <dsp:spPr>
        <a:xfrm>
          <a:off x="7261860" y="2607901"/>
          <a:ext cx="3184474" cy="1350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1" i="0" kern="1200" baseline="0"/>
            <a:t>Aligned with 3GPP NTN standards</a:t>
          </a:r>
          <a:r>
            <a:rPr lang="en-US" sz="1900" b="0" i="0" kern="1200" baseline="0"/>
            <a:t> – The design matches 5G satellite network guidelines.</a:t>
          </a:r>
          <a:endParaRPr lang="en-US" sz="1900" kern="1200"/>
        </a:p>
      </dsp:txBody>
      <dsp:txXfrm>
        <a:off x="7261860" y="2607901"/>
        <a:ext cx="3184474" cy="13509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3E0BC-F20E-4479-8C91-413125D398E0}">
      <dsp:nvSpPr>
        <dsp:cNvPr id="0" name=""/>
        <dsp:cNvSpPr/>
      </dsp:nvSpPr>
      <dsp:spPr>
        <a:xfrm>
          <a:off x="0" y="0"/>
          <a:ext cx="8938260" cy="1958102"/>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a:t>THANK YOU </a:t>
          </a:r>
        </a:p>
      </dsp:txBody>
      <dsp:txXfrm>
        <a:off x="57351" y="57351"/>
        <a:ext cx="6914408" cy="1843400"/>
      </dsp:txXfrm>
    </dsp:sp>
    <dsp:sp modelId="{1A518931-0202-415D-A0DC-DE1A167C3D75}">
      <dsp:nvSpPr>
        <dsp:cNvPr id="0" name=""/>
        <dsp:cNvSpPr/>
      </dsp:nvSpPr>
      <dsp:spPr>
        <a:xfrm>
          <a:off x="1577339" y="2393235"/>
          <a:ext cx="8938260" cy="1958102"/>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a:t>ANY QUESTIONS?</a:t>
          </a:r>
        </a:p>
      </dsp:txBody>
      <dsp:txXfrm>
        <a:off x="1634690" y="2450586"/>
        <a:ext cx="5973451" cy="1843400"/>
      </dsp:txXfrm>
    </dsp:sp>
    <dsp:sp modelId="{3000BB58-34DB-4C2D-899B-A0BD3FC08886}">
      <dsp:nvSpPr>
        <dsp:cNvPr id="0" name=""/>
        <dsp:cNvSpPr/>
      </dsp:nvSpPr>
      <dsp:spPr>
        <a:xfrm>
          <a:off x="7665493" y="1539285"/>
          <a:ext cx="1272766" cy="1272766"/>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951865" y="1539285"/>
        <a:ext cx="700022" cy="95775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9EA35-491A-8782-C099-0D3B0A2B8E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E9EF9D-E5A2-489B-79D8-A2AA4FBD2A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8A4E6A-6E85-5F32-1944-167E73CBE5C8}"/>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5" name="Footer Placeholder 4">
            <a:extLst>
              <a:ext uri="{FF2B5EF4-FFF2-40B4-BE49-F238E27FC236}">
                <a16:creationId xmlns:a16="http://schemas.microsoft.com/office/drawing/2014/main" id="{D7A6D9DA-CC28-5A10-7BD2-83B6ABCB0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896DF-6FF1-C16A-CF74-3A3555B133BA}"/>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4023097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329E6-E010-CAE2-C26F-305A422C3A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BC20E8-3C1A-86CB-ADC3-BB80DAC22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C05E0-3281-9A86-1E62-F068ED64C13A}"/>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5" name="Footer Placeholder 4">
            <a:extLst>
              <a:ext uri="{FF2B5EF4-FFF2-40B4-BE49-F238E27FC236}">
                <a16:creationId xmlns:a16="http://schemas.microsoft.com/office/drawing/2014/main" id="{63ADDF7F-FF59-1835-8C12-657C771933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293E63-02C7-D8A6-31ED-FE1F6B284F64}"/>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1064497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75F9E-5FF6-8FDD-F407-C93B3EB4B2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E49409-BFC7-EA30-5676-2B7EA417C9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479762-2F3D-D473-9C18-605855A26C4F}"/>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5" name="Footer Placeholder 4">
            <a:extLst>
              <a:ext uri="{FF2B5EF4-FFF2-40B4-BE49-F238E27FC236}">
                <a16:creationId xmlns:a16="http://schemas.microsoft.com/office/drawing/2014/main" id="{B68E6F8F-D14B-C7CF-5E51-151B9EBC5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206716-39DF-DD2F-2700-FABD21058669}"/>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267518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1AEF-A7E7-E01D-4508-7BE51FFEFD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1B4EE9-EEB7-CAE9-5E9B-07C0C1A564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C2F828-49A2-F939-523B-F999A14AE2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41EBD8-3B6A-920D-1BE5-33642B2EA632}"/>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6" name="Footer Placeholder 5">
            <a:extLst>
              <a:ext uri="{FF2B5EF4-FFF2-40B4-BE49-F238E27FC236}">
                <a16:creationId xmlns:a16="http://schemas.microsoft.com/office/drawing/2014/main" id="{6AACAC0F-6FBB-3121-1E0E-BE1208A1C7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57A74D-2C08-ECE3-5D38-3FBCAB7D90E7}"/>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2023432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8E7D4-20DF-E434-18D8-93825A3767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4E9D76-B329-5DDF-B8A5-85A5198C4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57B880-5CA8-0571-D51B-B6D401FA6A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DEE493-C0B3-80E1-C316-2281212994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662FDE-91D5-141B-2E1E-8831264DF0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798114-E2E1-7640-C68E-874FAE219B50}"/>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8" name="Footer Placeholder 7">
            <a:extLst>
              <a:ext uri="{FF2B5EF4-FFF2-40B4-BE49-F238E27FC236}">
                <a16:creationId xmlns:a16="http://schemas.microsoft.com/office/drawing/2014/main" id="{57183FDE-2B38-F56B-8002-D142D49032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647893-8F71-3805-B6A5-F7A4D93595B6}"/>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1352813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B426-32EB-B4CD-15F3-B780B50D42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CB8014-C29C-FF16-3633-4D03A14AA86B}"/>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4" name="Footer Placeholder 3">
            <a:extLst>
              <a:ext uri="{FF2B5EF4-FFF2-40B4-BE49-F238E27FC236}">
                <a16:creationId xmlns:a16="http://schemas.microsoft.com/office/drawing/2014/main" id="{A840E289-E1CD-5A9E-4023-178E815DB7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F78BBE-0465-397F-58A7-8041BD65741F}"/>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3087878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12E900-139C-19E0-8656-89CC1C8D6B4B}"/>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3" name="Footer Placeholder 2">
            <a:extLst>
              <a:ext uri="{FF2B5EF4-FFF2-40B4-BE49-F238E27FC236}">
                <a16:creationId xmlns:a16="http://schemas.microsoft.com/office/drawing/2014/main" id="{FA121BBF-CCBB-E7DB-5F0C-D7F4D706A0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8FFE98-3A61-2B7B-3CD0-5190335F520E}"/>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2030377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53A2-3DA0-AFE7-BA9D-06C4403E42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6F538F-3523-21A3-D5BF-A02A30665A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3A0198-221E-B3F2-AE84-CD66612DB8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1175B5-743D-0706-2D2B-F2202AF5CF46}"/>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6" name="Footer Placeholder 5">
            <a:extLst>
              <a:ext uri="{FF2B5EF4-FFF2-40B4-BE49-F238E27FC236}">
                <a16:creationId xmlns:a16="http://schemas.microsoft.com/office/drawing/2014/main" id="{23BE3369-384C-EAFA-F71F-AB1202DB97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770E7-0671-FAC1-03C6-E0B88BB61FA2}"/>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2551405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0CFF1-4E70-D5FF-45E0-5047902DC4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902BCF-5481-7DE8-4122-3D9BA5A4FE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20274C-057F-F8EB-6205-07F68453C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65C311-85A9-9D67-D863-97FE8BE5F479}"/>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6" name="Footer Placeholder 5">
            <a:extLst>
              <a:ext uri="{FF2B5EF4-FFF2-40B4-BE49-F238E27FC236}">
                <a16:creationId xmlns:a16="http://schemas.microsoft.com/office/drawing/2014/main" id="{596751FC-B127-F1DE-636A-E8BEE57FB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E76C8-B801-E63B-A039-873C6D0C5784}"/>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303595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4887D-29B9-0807-E239-1D8F462460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1B407E-70DA-A850-ECC6-D18C77BBD5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C37563-5D11-1E3A-27C4-488D9D82C03D}"/>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5" name="Footer Placeholder 4">
            <a:extLst>
              <a:ext uri="{FF2B5EF4-FFF2-40B4-BE49-F238E27FC236}">
                <a16:creationId xmlns:a16="http://schemas.microsoft.com/office/drawing/2014/main" id="{50A40058-BCCD-1DCA-4EE2-3FE755D35C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7D5B31-4613-E5D2-A4C4-867E7F90C5D4}"/>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1399059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217489-7169-F5F7-1C58-5EED6752B8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32DFC6-A8EF-4CF8-FF96-B6A1307D87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8D8EAA-237A-1777-7C24-1F0842A16823}"/>
              </a:ext>
            </a:extLst>
          </p:cNvPr>
          <p:cNvSpPr>
            <a:spLocks noGrp="1"/>
          </p:cNvSpPr>
          <p:nvPr>
            <p:ph type="dt" sz="half" idx="10"/>
          </p:nvPr>
        </p:nvSpPr>
        <p:spPr/>
        <p:txBody>
          <a:bodyPr/>
          <a:lstStyle/>
          <a:p>
            <a:fld id="{163D85C0-0AC0-4D56-8D8D-2EDC8044C892}" type="datetimeFigureOut">
              <a:rPr lang="en-US" smtClean="0"/>
              <a:t>12/1/2025</a:t>
            </a:fld>
            <a:endParaRPr lang="en-US"/>
          </a:p>
        </p:txBody>
      </p:sp>
      <p:sp>
        <p:nvSpPr>
          <p:cNvPr id="5" name="Footer Placeholder 4">
            <a:extLst>
              <a:ext uri="{FF2B5EF4-FFF2-40B4-BE49-F238E27FC236}">
                <a16:creationId xmlns:a16="http://schemas.microsoft.com/office/drawing/2014/main" id="{10FD2485-0790-56A9-C995-6AF29FA0B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BEDAA9-3238-1A30-F825-155DB546E747}"/>
              </a:ext>
            </a:extLst>
          </p:cNvPr>
          <p:cNvSpPr>
            <a:spLocks noGrp="1"/>
          </p:cNvSpPr>
          <p:nvPr>
            <p:ph type="sldNum" sz="quarter" idx="12"/>
          </p:nvPr>
        </p:nvSpPr>
        <p:spPr/>
        <p:txBody>
          <a:bodyPr/>
          <a:lstStyle/>
          <a:p>
            <a:fld id="{8324E326-2072-407F-97E7-857507B0972A}" type="slidenum">
              <a:rPr lang="en-US" smtClean="0"/>
              <a:t>‹#›</a:t>
            </a:fld>
            <a:endParaRPr lang="en-US"/>
          </a:p>
        </p:txBody>
      </p:sp>
    </p:spTree>
    <p:extLst>
      <p:ext uri="{BB962C8B-B14F-4D97-AF65-F5344CB8AC3E}">
        <p14:creationId xmlns:p14="http://schemas.microsoft.com/office/powerpoint/2010/main" val="178114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520F77-30C6-847B-B179-F14986496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70D6A7-87AF-4AF3-EE22-C08CFDFFA9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AE898C-5ABA-56A9-4D91-E043BA7638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3D85C0-0AC0-4D56-8D8D-2EDC8044C892}" type="datetimeFigureOut">
              <a:rPr lang="en-US" smtClean="0"/>
              <a:t>12/1/2025</a:t>
            </a:fld>
            <a:endParaRPr lang="en-US"/>
          </a:p>
        </p:txBody>
      </p:sp>
      <p:sp>
        <p:nvSpPr>
          <p:cNvPr id="5" name="Footer Placeholder 4">
            <a:extLst>
              <a:ext uri="{FF2B5EF4-FFF2-40B4-BE49-F238E27FC236}">
                <a16:creationId xmlns:a16="http://schemas.microsoft.com/office/drawing/2014/main" id="{3025268A-00BD-E5A7-AE12-A2971295FE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A603C7-2C03-FBEC-329B-FDA028C890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24E326-2072-407F-97E7-857507B0972A}" type="slidenum">
              <a:rPr lang="en-US" smtClean="0"/>
              <a:t>‹#›</a:t>
            </a:fld>
            <a:endParaRPr lang="en-US"/>
          </a:p>
        </p:txBody>
      </p:sp>
    </p:spTree>
    <p:extLst>
      <p:ext uri="{BB962C8B-B14F-4D97-AF65-F5344CB8AC3E}">
        <p14:creationId xmlns:p14="http://schemas.microsoft.com/office/powerpoint/2010/main" val="3684246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9B1BB0-0EEF-42AA-9283-465D1BAB5173}"/>
              </a:ext>
            </a:extLst>
          </p:cNvPr>
          <p:cNvSpPr>
            <a:spLocks noGrp="1"/>
          </p:cNvSpPr>
          <p:nvPr>
            <p:ph type="subTitle" idx="1"/>
          </p:nvPr>
        </p:nvSpPr>
        <p:spPr>
          <a:xfrm>
            <a:off x="3726426" y="3892352"/>
            <a:ext cx="4768645" cy="1833714"/>
          </a:xfrm>
        </p:spPr>
        <p:txBody>
          <a:bodyPr>
            <a:normAutofit fontScale="55000" lnSpcReduction="20000"/>
          </a:bodyPr>
          <a:lstStyle/>
          <a:p>
            <a:pPr>
              <a:lnSpc>
                <a:spcPts val="3900"/>
              </a:lnSpc>
            </a:pPr>
            <a:r>
              <a:rPr lang="en-US" sz="3400" b="1" cap="all" dirty="0">
                <a:solidFill>
                  <a:srgbClr val="000000"/>
                </a:solidFill>
                <a:latin typeface="Times New Roman" panose="02020603050405020304" pitchFamily="18" charset="0"/>
                <a:cs typeface="Times New Roman" panose="02020603050405020304" pitchFamily="18" charset="0"/>
              </a:rPr>
              <a:t>presented by</a:t>
            </a:r>
          </a:p>
          <a:p>
            <a:pPr>
              <a:lnSpc>
                <a:spcPts val="3900"/>
              </a:lnSpc>
            </a:pPr>
            <a:r>
              <a:rPr lang="en-US" sz="3400" b="1" cap="all" dirty="0">
                <a:solidFill>
                  <a:srgbClr val="000000"/>
                </a:solidFill>
                <a:latin typeface="Times New Roman" panose="02020603050405020304" pitchFamily="18" charset="0"/>
                <a:cs typeface="Times New Roman" panose="02020603050405020304" pitchFamily="18" charset="0"/>
              </a:rPr>
              <a:t>Nikhil Reddy </a:t>
            </a:r>
            <a:r>
              <a:rPr lang="en-US" sz="3400" b="1" cap="all" dirty="0" err="1">
                <a:solidFill>
                  <a:srgbClr val="000000"/>
                </a:solidFill>
                <a:latin typeface="Times New Roman" panose="02020603050405020304" pitchFamily="18" charset="0"/>
                <a:cs typeface="Times New Roman" panose="02020603050405020304" pitchFamily="18" charset="0"/>
              </a:rPr>
              <a:t>Kuntloor</a:t>
            </a:r>
            <a:r>
              <a:rPr lang="en-US" sz="3400" b="1" cap="all" dirty="0">
                <a:solidFill>
                  <a:srgbClr val="000000"/>
                </a:solidFill>
                <a:latin typeface="Times New Roman" panose="02020603050405020304" pitchFamily="18" charset="0"/>
                <a:cs typeface="Times New Roman" panose="02020603050405020304" pitchFamily="18" charset="0"/>
              </a:rPr>
              <a:t> (2909957)</a:t>
            </a:r>
          </a:p>
          <a:p>
            <a:pPr>
              <a:lnSpc>
                <a:spcPts val="3900"/>
              </a:lnSpc>
            </a:pPr>
            <a:r>
              <a:rPr lang="en-US" sz="3400" b="1" cap="all" dirty="0">
                <a:solidFill>
                  <a:srgbClr val="000000"/>
                </a:solidFill>
                <a:latin typeface="Times New Roman" panose="02020603050405020304" pitchFamily="18" charset="0"/>
                <a:cs typeface="Times New Roman" panose="02020603050405020304" pitchFamily="18" charset="0"/>
              </a:rPr>
              <a:t>Supriya Rayabandi (2898618)</a:t>
            </a:r>
          </a:p>
          <a:p>
            <a:endParaRPr lang="en-US" dirty="0"/>
          </a:p>
        </p:txBody>
      </p:sp>
      <p:sp>
        <p:nvSpPr>
          <p:cNvPr id="4" name="TextBox 3">
            <a:extLst>
              <a:ext uri="{FF2B5EF4-FFF2-40B4-BE49-F238E27FC236}">
                <a16:creationId xmlns:a16="http://schemas.microsoft.com/office/drawing/2014/main" id="{C3DAF7FF-A8C3-C21B-718B-F5BEE7C29513}"/>
              </a:ext>
            </a:extLst>
          </p:cNvPr>
          <p:cNvSpPr txBox="1"/>
          <p:nvPr/>
        </p:nvSpPr>
        <p:spPr>
          <a:xfrm>
            <a:off x="3480619" y="341644"/>
            <a:ext cx="4916129"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FINAL PRESENTATION</a:t>
            </a:r>
          </a:p>
        </p:txBody>
      </p:sp>
      <p:sp>
        <p:nvSpPr>
          <p:cNvPr id="5" name="TextBox 4">
            <a:extLst>
              <a:ext uri="{FF2B5EF4-FFF2-40B4-BE49-F238E27FC236}">
                <a16:creationId xmlns:a16="http://schemas.microsoft.com/office/drawing/2014/main" id="{BE4820D4-8D29-46EB-5272-64CD940E959E}"/>
              </a:ext>
            </a:extLst>
          </p:cNvPr>
          <p:cNvSpPr txBox="1"/>
          <p:nvPr/>
        </p:nvSpPr>
        <p:spPr>
          <a:xfrm>
            <a:off x="2064774" y="983226"/>
            <a:ext cx="7728155" cy="2769989"/>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EEC 655 SATELLITE COMMUNICATIONS</a:t>
            </a:r>
            <a:r>
              <a:rPr lang="en-US" sz="2800" dirty="0">
                <a:latin typeface="Times New Roman" panose="02020603050405020304" pitchFamily="18" charset="0"/>
                <a:cs typeface="Times New Roman" panose="02020603050405020304" pitchFamily="18" charset="0"/>
              </a:rPr>
              <a:t> </a:t>
            </a:r>
          </a:p>
          <a:p>
            <a:pPr algn="ctr"/>
            <a:r>
              <a:rPr lang="en-US" sz="2800" b="1" i="1" dirty="0">
                <a:latin typeface="Times New Roman" panose="02020603050405020304" pitchFamily="18" charset="0"/>
                <a:cs typeface="Times New Roman" panose="02020603050405020304" pitchFamily="18" charset="0"/>
              </a:rPr>
              <a:t>Dr. Mehdi Rahmati</a:t>
            </a:r>
            <a:r>
              <a:rPr lang="en-US" sz="2800" b="1" dirty="0">
                <a:latin typeface="Times New Roman" panose="02020603050405020304" pitchFamily="18" charset="0"/>
                <a:cs typeface="Times New Roman" panose="02020603050405020304" pitchFamily="18" charset="0"/>
              </a:rPr>
              <a:t> </a:t>
            </a:r>
          </a:p>
          <a:p>
            <a:pPr algn="ctr"/>
            <a:endParaRPr lang="en-US" sz="2800" b="1"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a:p>
            <a:endParaRPr lang="en-US" dirty="0"/>
          </a:p>
        </p:txBody>
      </p:sp>
      <p:sp>
        <p:nvSpPr>
          <p:cNvPr id="7" name="Title 6">
            <a:extLst>
              <a:ext uri="{FF2B5EF4-FFF2-40B4-BE49-F238E27FC236}">
                <a16:creationId xmlns:a16="http://schemas.microsoft.com/office/drawing/2014/main" id="{20D65CF5-2E26-9DED-BB6C-84DEE3F6516B}"/>
              </a:ext>
            </a:extLst>
          </p:cNvPr>
          <p:cNvSpPr>
            <a:spLocks noGrp="1"/>
          </p:cNvSpPr>
          <p:nvPr>
            <p:ph type="ctrTitle"/>
          </p:nvPr>
        </p:nvSpPr>
        <p:spPr>
          <a:xfrm>
            <a:off x="1524000" y="1122363"/>
            <a:ext cx="9144000" cy="2133599"/>
          </a:xfrm>
        </p:spPr>
        <p:txBody>
          <a:bodyPr>
            <a:normAutofit/>
          </a:bodyPr>
          <a:lstStyle/>
          <a:p>
            <a:r>
              <a:rPr lang="en-US" sz="3200" b="1" dirty="0">
                <a:latin typeface="Times New Roman" panose="02020603050405020304" pitchFamily="18" charset="0"/>
                <a:cs typeface="Times New Roman" panose="02020603050405020304" pitchFamily="18" charset="0"/>
              </a:rPr>
              <a:t>NETWORK SLICING IN SATELLITE SYSTEMS FOR RAN</a:t>
            </a:r>
          </a:p>
        </p:txBody>
      </p:sp>
      <p:pic>
        <p:nvPicPr>
          <p:cNvPr id="1028" name="Picture 4" descr="Current State of Open RAN - Europe | TeckNexus">
            <a:extLst>
              <a:ext uri="{FF2B5EF4-FFF2-40B4-BE49-F238E27FC236}">
                <a16:creationId xmlns:a16="http://schemas.microsoft.com/office/drawing/2014/main" id="{F532C92F-7C32-4A85-63B3-D4DD2D550605}"/>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6477000" y="3933132"/>
            <a:ext cx="5715000" cy="29908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many satellites are orbiting the Earth in 2025? | Pixalytics Ltd">
            <a:extLst>
              <a:ext uri="{FF2B5EF4-FFF2-40B4-BE49-F238E27FC236}">
                <a16:creationId xmlns:a16="http://schemas.microsoft.com/office/drawing/2014/main" id="{7036C557-F075-FBB8-E9BC-5DE177156F99}"/>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0" y="2514599"/>
            <a:ext cx="4343401" cy="434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194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C0B6-B083-1C63-F881-9DF63A0EE725}"/>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DF0E626-8625-AA4E-60D2-CB11194BE785}"/>
              </a:ext>
            </a:extLst>
          </p:cNvPr>
          <p:cNvSpPr>
            <a:spLocks noGrp="1"/>
          </p:cNvSpPr>
          <p:nvPr>
            <p:ph idx="1"/>
          </p:nvPr>
        </p:nvSpPr>
        <p:spPr/>
        <p:txBody>
          <a:bodyPr>
            <a:normAutofit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In this project, we focus on how satellite networks can support 5G and future 6G services. Network slicing allows us to divide a single network into multiple virtual slices, each optimized for a different service like high-speed data, low-latency communication, or IoT.</a:t>
            </a:r>
          </a:p>
          <a:p>
            <a:pPr algn="just">
              <a:lnSpc>
                <a:spcPct val="150000"/>
              </a:lnSpc>
            </a:pPr>
            <a:r>
              <a:rPr lang="en-US" sz="2400" dirty="0">
                <a:latin typeface="Times New Roman" panose="02020603050405020304" pitchFamily="18" charset="0"/>
                <a:cs typeface="Times New Roman" panose="02020603050405020304" pitchFamily="18" charset="0"/>
              </a:rPr>
              <a:t>Satellite RAN faces challenges like limited spectrum and long delays, so slicing helps manage resources efficiently, ensuring each service gets the performance it needs. This project studies how to design and evaluate network slicing in satellite RAN.</a:t>
            </a:r>
          </a:p>
          <a:p>
            <a:endParaRPr lang="en-US" dirty="0"/>
          </a:p>
        </p:txBody>
      </p:sp>
    </p:spTree>
    <p:extLst>
      <p:ext uri="{BB962C8B-B14F-4D97-AF65-F5344CB8AC3E}">
        <p14:creationId xmlns:p14="http://schemas.microsoft.com/office/powerpoint/2010/main" val="987237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FBE9-A8D6-53CE-FFE1-FA7C54CDCB48}"/>
              </a:ext>
            </a:extLst>
          </p:cNvPr>
          <p:cNvSpPr>
            <a:spLocks noGrp="1"/>
          </p:cNvSpPr>
          <p:nvPr>
            <p:ph type="title"/>
          </p:nvPr>
        </p:nvSpPr>
        <p:spPr>
          <a:xfrm>
            <a:off x="838200" y="365126"/>
            <a:ext cx="10515600" cy="1235074"/>
          </a:xfrm>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sz="4000" dirty="0">
                <a:latin typeface="Times New Roman" panose="02020603050405020304" pitchFamily="18" charset="0"/>
                <a:cs typeface="Times New Roman" panose="02020603050405020304" pitchFamily="18" charset="0"/>
              </a:rPr>
              <a:t>WHAT IS NETWORK SLICING </a:t>
            </a: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pic>
        <p:nvPicPr>
          <p:cNvPr id="2050" name="Picture 2" descr="What Is 5G Network Slicing? | Blue Planet">
            <a:extLst>
              <a:ext uri="{FF2B5EF4-FFF2-40B4-BE49-F238E27FC236}">
                <a16:creationId xmlns:a16="http://schemas.microsoft.com/office/drawing/2014/main" id="{4A201B2E-170E-1C84-D7AF-C424B89A03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41600" y="1812660"/>
            <a:ext cx="4512200" cy="218519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hat is 5G Network Slicing?">
            <a:extLst>
              <a:ext uri="{FF2B5EF4-FFF2-40B4-BE49-F238E27FC236}">
                <a16:creationId xmlns:a16="http://schemas.microsoft.com/office/drawing/2014/main" id="{AD4713DD-1288-02FB-252E-16388F4957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549" y="3944580"/>
            <a:ext cx="4220797" cy="281386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8">
            <a:extLst>
              <a:ext uri="{FF2B5EF4-FFF2-40B4-BE49-F238E27FC236}">
                <a16:creationId xmlns:a16="http://schemas.microsoft.com/office/drawing/2014/main" id="{23BC87B1-3B65-F65C-47E4-BF9BDE4B1C9D}"/>
              </a:ext>
            </a:extLst>
          </p:cNvPr>
          <p:cNvSpPr>
            <a:spLocks noChangeArrowheads="1"/>
          </p:cNvSpPr>
          <p:nvPr/>
        </p:nvSpPr>
        <p:spPr bwMode="auto">
          <a:xfrm>
            <a:off x="1759226" y="2329934"/>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688EA844-CA44-06E8-C0D3-D16C2D296F33}"/>
              </a:ext>
            </a:extLst>
          </p:cNvPr>
          <p:cNvSpPr txBox="1"/>
          <p:nvPr/>
        </p:nvSpPr>
        <p:spPr>
          <a:xfrm>
            <a:off x="791654" y="1452288"/>
            <a:ext cx="5450120" cy="4801314"/>
          </a:xfrm>
          <a:prstGeom prst="rect">
            <a:avLst/>
          </a:prstGeom>
          <a:noFill/>
        </p:spPr>
        <p:txBody>
          <a:bodyPr wrap="square" rtlCol="0">
            <a:spAutoFit/>
          </a:bodyPr>
          <a:lstStyle/>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Divides a single physical network into multiple virtual slices.</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Each slice is optimized for a specific service with its own resources and QoS.</a:t>
            </a:r>
          </a:p>
          <a:p>
            <a:pPr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Allows services like high-speed internet, low-latency communication, and IoT to run simultaneously without affecting each other.</a:t>
            </a:r>
          </a:p>
          <a:p>
            <a:endParaRPr lang="en-US" dirty="0"/>
          </a:p>
        </p:txBody>
      </p:sp>
    </p:spTree>
    <p:extLst>
      <p:ext uri="{BB962C8B-B14F-4D97-AF65-F5344CB8AC3E}">
        <p14:creationId xmlns:p14="http://schemas.microsoft.com/office/powerpoint/2010/main" val="1435293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011F8-2077-A038-FFBB-92F512A6CFAF}"/>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WHY NETWORK SLICING IN SATELLITE RAN</a:t>
            </a:r>
          </a:p>
        </p:txBody>
      </p:sp>
      <p:sp>
        <p:nvSpPr>
          <p:cNvPr id="4" name="Rectangle 1">
            <a:extLst>
              <a:ext uri="{FF2B5EF4-FFF2-40B4-BE49-F238E27FC236}">
                <a16:creationId xmlns:a16="http://schemas.microsoft.com/office/drawing/2014/main" id="{EE8555DC-C09A-2EC8-0A4A-09E64359842A}"/>
              </a:ext>
            </a:extLst>
          </p:cNvPr>
          <p:cNvSpPr>
            <a:spLocks noGrp="1" noChangeArrowheads="1"/>
          </p:cNvSpPr>
          <p:nvPr>
            <p:ph idx="1"/>
          </p:nvPr>
        </p:nvSpPr>
        <p:spPr bwMode="auto">
          <a:xfrm>
            <a:off x="738809" y="1517675"/>
            <a:ext cx="9315371"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different services (IoT, broadband, emergency) with different QoS needs.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Optimizes limited satellite resources efficiently.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isolation so one service doesn’t affect others.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flexible, on-demand network management.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end-to-end 5G/6G service consistency across terrestrial and satellite networks.</a:t>
            </a:r>
          </a:p>
        </p:txBody>
      </p:sp>
    </p:spTree>
    <p:extLst>
      <p:ext uri="{BB962C8B-B14F-4D97-AF65-F5344CB8AC3E}">
        <p14:creationId xmlns:p14="http://schemas.microsoft.com/office/powerpoint/2010/main" val="2570425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2" name="Rectangle 4121">
            <a:extLst>
              <a:ext uri="{FF2B5EF4-FFF2-40B4-BE49-F238E27FC236}">
                <a16:creationId xmlns:a16="http://schemas.microsoft.com/office/drawing/2014/main" id="{2CB962CF-61A3-4EF9-94F6-7C59B032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C4D63F-8DE4-0764-17C5-04D35C90F4AF}"/>
              </a:ext>
            </a:extLst>
          </p:cNvPr>
          <p:cNvSpPr>
            <a:spLocks noGrp="1"/>
          </p:cNvSpPr>
          <p:nvPr>
            <p:ph type="title"/>
          </p:nvPr>
        </p:nvSpPr>
        <p:spPr>
          <a:xfrm>
            <a:off x="838200" y="556337"/>
            <a:ext cx="6797405" cy="1651404"/>
          </a:xfrm>
        </p:spPr>
        <p:txBody>
          <a:bodyPr>
            <a:normAutofit/>
          </a:bodyPr>
          <a:lstStyle/>
          <a:p>
            <a:r>
              <a:rPr lang="en-US" sz="3600" dirty="0">
                <a:latin typeface="Times New Roman" panose="02020603050405020304" pitchFamily="18" charset="0"/>
                <a:cs typeface="Times New Roman" panose="02020603050405020304" pitchFamily="18" charset="0"/>
              </a:rPr>
              <a:t>RAN ARCHITECTURE</a:t>
            </a:r>
          </a:p>
        </p:txBody>
      </p:sp>
      <p:sp>
        <p:nvSpPr>
          <p:cNvPr id="7" name="Rectangle 11">
            <a:extLst>
              <a:ext uri="{FF2B5EF4-FFF2-40B4-BE49-F238E27FC236}">
                <a16:creationId xmlns:a16="http://schemas.microsoft.com/office/drawing/2014/main" id="{46A7FCEA-6949-B8B3-952D-8D1A0B62F433}"/>
              </a:ext>
            </a:extLst>
          </p:cNvPr>
          <p:cNvSpPr>
            <a:spLocks noGrp="1" noChangeArrowheads="1"/>
          </p:cNvSpPr>
          <p:nvPr>
            <p:ph idx="1"/>
          </p:nvPr>
        </p:nvSpPr>
        <p:spPr bwMode="auto">
          <a:xfrm>
            <a:off x="838200" y="2107096"/>
            <a:ext cx="6797405" cy="401361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50000"/>
              </a:lnSpc>
              <a:spcBef>
                <a:spcPct val="0"/>
              </a:spcBef>
              <a:spcAft>
                <a:spcPts val="600"/>
              </a:spcAft>
              <a:buClrTx/>
              <a:buSz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Connects users to the core network through satellites, managing all radio communications.</a:t>
            </a:r>
          </a:p>
          <a:p>
            <a:pPr marL="0" marR="0" lvl="0" indent="0" defTabSz="914400" rtl="0" eaLnBrk="0" fontAlgn="base" latinLnBrk="0" hangingPunct="0">
              <a:lnSpc>
                <a:spcPct val="150000"/>
              </a:lnSpc>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gNB (Base Station):</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Handles radio signals to and from user devices.</a:t>
            </a:r>
          </a:p>
          <a:p>
            <a:pPr marL="0" marR="0" lvl="0" indent="0" defTabSz="914400" rtl="0" eaLnBrk="0" fontAlgn="base" latinLnBrk="0" hangingPunct="0">
              <a:lnSpc>
                <a:spcPct val="150000"/>
              </a:lnSpc>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CU (Central Unit):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Manages control functions like signaling and network coordination.</a:t>
            </a:r>
          </a:p>
          <a:p>
            <a:pPr marL="0" marR="0" lvl="0" indent="0" defTabSz="914400" rtl="0" eaLnBrk="0" fontAlgn="base" latinLnBrk="0" hangingPunct="0">
              <a:lnSpc>
                <a:spcPct val="150000"/>
              </a:lnSpc>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DU (Distributed Unit):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Processes data in real-time, schedules resources, and manages lower-layer protocols.</a:t>
            </a:r>
          </a:p>
        </p:txBody>
      </p:sp>
      <p:pic>
        <p:nvPicPr>
          <p:cNvPr id="4104" name="Picture 8" descr="High level 5G NTN architectures for the indirect access (backhauling)... |  Download Scientific Diagram">
            <a:extLst>
              <a:ext uri="{FF2B5EF4-FFF2-40B4-BE49-F238E27FC236}">
                <a16:creationId xmlns:a16="http://schemas.microsoft.com/office/drawing/2014/main" id="{930F19C1-DB50-4FA3-E5CF-56AC7DC0A08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97556" y="627316"/>
            <a:ext cx="3995623" cy="224985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Non-Terrestrial Networks (NTN)">
            <a:extLst>
              <a:ext uri="{FF2B5EF4-FFF2-40B4-BE49-F238E27FC236}">
                <a16:creationId xmlns:a16="http://schemas.microsoft.com/office/drawing/2014/main" id="{85ECE17D-08D2-4D53-B420-7AD58C89A36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97556" y="4177261"/>
            <a:ext cx="3995623" cy="1468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09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67167-6273-8B76-1227-604227814082}"/>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SATELLITE PAYLOAD TYPES</a:t>
            </a:r>
          </a:p>
        </p:txBody>
      </p:sp>
      <p:sp>
        <p:nvSpPr>
          <p:cNvPr id="3" name="Content Placeholder 2">
            <a:extLst>
              <a:ext uri="{FF2B5EF4-FFF2-40B4-BE49-F238E27FC236}">
                <a16:creationId xmlns:a16="http://schemas.microsoft.com/office/drawing/2014/main" id="{6F0D3F1A-B2EF-7D6E-0B79-9390D85BCE6E}"/>
              </a:ext>
            </a:extLst>
          </p:cNvPr>
          <p:cNvSpPr>
            <a:spLocks noGrp="1"/>
          </p:cNvSpPr>
          <p:nvPr>
            <p:ph idx="1"/>
          </p:nvPr>
        </p:nvSpPr>
        <p:spPr/>
        <p:txBody>
          <a:bodyPr/>
          <a:lstStyle/>
          <a:p>
            <a:pPr marL="0" lvl="0" indent="0" algn="just" eaLnBrk="0" fontAlgn="base" hangingPunct="0">
              <a:lnSpc>
                <a:spcPct val="150000"/>
              </a:lnSpc>
              <a:spcBef>
                <a:spcPct val="0"/>
              </a:spcBef>
              <a:spcAft>
                <a:spcPct val="0"/>
              </a:spcAft>
              <a:buNone/>
            </a:pPr>
            <a:r>
              <a:rPr lang="en-US" altLang="en-US" sz="2400" b="1" dirty="0">
                <a:latin typeface="Times New Roman" panose="02020603050405020304" pitchFamily="18" charset="0"/>
                <a:cs typeface="Times New Roman" panose="02020603050405020304" pitchFamily="18" charset="0"/>
              </a:rPr>
              <a:t>Transparent payload</a:t>
            </a:r>
            <a:r>
              <a:rPr lang="en-US" altLang="en-US" sz="2400" dirty="0">
                <a:latin typeface="Times New Roman" panose="02020603050405020304" pitchFamily="18" charset="0"/>
                <a:cs typeface="Times New Roman" panose="02020603050405020304" pitchFamily="18" charset="0"/>
              </a:rPr>
              <a:t>: Satellite acts as a relay, all processing is on the ground.</a:t>
            </a:r>
          </a:p>
          <a:p>
            <a:pPr marL="0" lvl="0" indent="0" algn="just" eaLnBrk="0" fontAlgn="base" hangingPunct="0">
              <a:lnSpc>
                <a:spcPct val="150000"/>
              </a:lnSpc>
              <a:spcBef>
                <a:spcPct val="0"/>
              </a:spcBef>
              <a:spcAft>
                <a:spcPct val="0"/>
              </a:spcAft>
              <a:buNone/>
            </a:pPr>
            <a:r>
              <a:rPr lang="en-US" altLang="en-US" sz="2400" b="1" dirty="0">
                <a:latin typeface="Times New Roman" panose="02020603050405020304" pitchFamily="18" charset="0"/>
                <a:cs typeface="Times New Roman" panose="02020603050405020304" pitchFamily="18" charset="0"/>
              </a:rPr>
              <a:t>Regenerative payload</a:t>
            </a:r>
            <a:r>
              <a:rPr lang="en-US" altLang="en-US" sz="2400" dirty="0">
                <a:latin typeface="Times New Roman" panose="02020603050405020304" pitchFamily="18" charset="0"/>
                <a:cs typeface="Times New Roman" panose="02020603050405020304" pitchFamily="18" charset="0"/>
              </a:rPr>
              <a:t>: Satellite can process signals onboard, reducing latency.</a:t>
            </a:r>
          </a:p>
          <a:p>
            <a:pPr marL="0" lvl="0" indent="0" algn="just" eaLnBrk="0" fontAlgn="base" hangingPunct="0">
              <a:lnSpc>
                <a:spcPct val="15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Supports QoS, resource allocation, mobility, and network slicing, enabling flexible and reliable service for diverse applications.</a:t>
            </a:r>
          </a:p>
          <a:p>
            <a:pPr marL="0" lvl="0" indent="0" algn="just" eaLnBrk="0" fontAlgn="base" hangingPunct="0">
              <a:lnSpc>
                <a:spcPct val="150000"/>
              </a:lnSpc>
              <a:spcBef>
                <a:spcPct val="0"/>
              </a:spcBef>
              <a:spcAft>
                <a:spcPct val="0"/>
              </a:spcAft>
              <a:buNone/>
            </a:pPr>
            <a:endParaRPr lang="en-US" alt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277552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83CCC-DCC6-3840-4CD0-55AF14306101}"/>
              </a:ext>
            </a:extLst>
          </p:cNvPr>
          <p:cNvSpPr>
            <a:spLocks noGrp="1"/>
          </p:cNvSpPr>
          <p:nvPr>
            <p:ph type="title"/>
          </p:nvPr>
        </p:nvSpPr>
        <p:spPr/>
        <p:txBody>
          <a:bodyPr/>
          <a:lstStyle/>
          <a:p>
            <a:r>
              <a:rPr lang="en-US" dirty="0"/>
              <a:t>SATELLITE ORBIT </a:t>
            </a:r>
          </a:p>
        </p:txBody>
      </p:sp>
      <p:sp>
        <p:nvSpPr>
          <p:cNvPr id="3" name="Content Placeholder 2">
            <a:extLst>
              <a:ext uri="{FF2B5EF4-FFF2-40B4-BE49-F238E27FC236}">
                <a16:creationId xmlns:a16="http://schemas.microsoft.com/office/drawing/2014/main" id="{15E6AE5A-BECD-E6B0-C487-C1D31834F505}"/>
              </a:ext>
            </a:extLst>
          </p:cNvPr>
          <p:cNvSpPr>
            <a:spLocks noGrp="1"/>
          </p:cNvSpPr>
          <p:nvPr>
            <p:ph idx="1"/>
          </p:nvPr>
        </p:nvSpPr>
        <p:spPr/>
        <p:txBody>
          <a:bodyPr>
            <a:normAutofit fontScale="92500"/>
          </a:bodyPr>
          <a:lstStyle/>
          <a:p>
            <a:pPr algn="just">
              <a:lnSpc>
                <a:spcPct val="150000"/>
              </a:lnSpc>
            </a:pPr>
            <a:r>
              <a:rPr lang="en-US" sz="2600" dirty="0">
                <a:latin typeface="Times New Roman" panose="02020603050405020304" pitchFamily="18" charset="0"/>
                <a:cs typeface="Times New Roman" panose="02020603050405020304" pitchFamily="18" charset="0"/>
              </a:rPr>
              <a:t>Low Earth Orbit (LEO) satellites are considered in this project because they provide much lower latency compared to GEO and MEO systems. </a:t>
            </a:r>
          </a:p>
          <a:p>
            <a:pPr algn="just">
              <a:lnSpc>
                <a:spcPct val="150000"/>
              </a:lnSpc>
            </a:pPr>
            <a:r>
              <a:rPr lang="en-US" sz="2600" dirty="0">
                <a:latin typeface="Times New Roman" panose="02020603050405020304" pitchFamily="18" charset="0"/>
                <a:cs typeface="Times New Roman" panose="02020603050405020304" pitchFamily="18" charset="0"/>
              </a:rPr>
              <a:t>Operating at an altitude of a few hundred to a couple of thousand kilometers, LEO satellites are well suited for 5G-like services that require fast response times. </a:t>
            </a:r>
          </a:p>
          <a:p>
            <a:pPr algn="just">
              <a:lnSpc>
                <a:spcPct val="150000"/>
              </a:lnSpc>
            </a:pPr>
            <a:r>
              <a:rPr lang="en-US" sz="2600" dirty="0">
                <a:latin typeface="Times New Roman" panose="02020603050405020304" pitchFamily="18" charset="0"/>
                <a:cs typeface="Times New Roman" panose="02020603050405020304" pitchFamily="18" charset="0"/>
              </a:rPr>
              <a:t>Their use of large constellations enables continuous coverage and better capacity, making them suitable for RAN-level functions such as MAC-layer scheduling and network slicing.</a:t>
            </a:r>
          </a:p>
          <a:p>
            <a:endParaRPr lang="en-US" dirty="0"/>
          </a:p>
        </p:txBody>
      </p:sp>
    </p:spTree>
    <p:extLst>
      <p:ext uri="{BB962C8B-B14F-4D97-AF65-F5344CB8AC3E}">
        <p14:creationId xmlns:p14="http://schemas.microsoft.com/office/powerpoint/2010/main" val="1439563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83491-DDF5-21AB-97C8-4C5BFBEDA498}"/>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NETWORK SLICING CONCEPT </a:t>
            </a:r>
          </a:p>
        </p:txBody>
      </p:sp>
      <p:sp>
        <p:nvSpPr>
          <p:cNvPr id="5" name="Content Placeholder 4">
            <a:extLst>
              <a:ext uri="{FF2B5EF4-FFF2-40B4-BE49-F238E27FC236}">
                <a16:creationId xmlns:a16="http://schemas.microsoft.com/office/drawing/2014/main" id="{A792B24C-6C20-6C02-06AE-AA2335D978E2}"/>
              </a:ext>
            </a:extLst>
          </p:cNvPr>
          <p:cNvSpPr>
            <a:spLocks noGrp="1"/>
          </p:cNvSpPr>
          <p:nvPr>
            <p:ph idx="1"/>
          </p:nvPr>
        </p:nvSpPr>
        <p:spPr/>
        <p:txBody>
          <a:bodyPr>
            <a:normAutofit fontScale="47500" lnSpcReduction="20000"/>
          </a:bodyPr>
          <a:lstStyle/>
          <a:p>
            <a:endParaRPr lang="en-US" dirty="0"/>
          </a:p>
          <a:p>
            <a:pPr algn="just" eaLnBrk="0" fontAlgn="base" hangingPunct="0">
              <a:lnSpc>
                <a:spcPct val="170000"/>
              </a:lnSpc>
              <a:spcBef>
                <a:spcPct val="0"/>
              </a:spcBef>
              <a:spcAft>
                <a:spcPct val="0"/>
              </a:spcAft>
              <a:buFont typeface="Wingdings" panose="05000000000000000000" pitchFamily="2" charset="2"/>
              <a:buChar char="Ø"/>
            </a:pPr>
            <a:r>
              <a:rPr lang="en-US" altLang="en-US" sz="4200" dirty="0">
                <a:latin typeface="Times New Roman" panose="02020603050405020304" pitchFamily="18" charset="0"/>
                <a:cs typeface="Times New Roman" panose="02020603050405020304" pitchFamily="18" charset="0"/>
              </a:rPr>
              <a:t>Network slicing divides a single satellite RAN infrastructure into multiple logical networks (slices).</a:t>
            </a:r>
          </a:p>
          <a:p>
            <a:pPr algn="just" eaLnBrk="0" fontAlgn="base" hangingPunct="0">
              <a:lnSpc>
                <a:spcPct val="170000"/>
              </a:lnSpc>
              <a:spcBef>
                <a:spcPct val="0"/>
              </a:spcBef>
              <a:spcAft>
                <a:spcPct val="0"/>
              </a:spcAft>
              <a:buFont typeface="Wingdings" panose="05000000000000000000" pitchFamily="2" charset="2"/>
              <a:buChar char="Ø"/>
            </a:pPr>
            <a:r>
              <a:rPr lang="en-US" altLang="en-US" sz="4200" dirty="0">
                <a:latin typeface="Times New Roman" panose="02020603050405020304" pitchFamily="18" charset="0"/>
                <a:cs typeface="Times New Roman" panose="02020603050405020304" pitchFamily="18" charset="0"/>
              </a:rPr>
              <a:t>Each slice is designed to meet specific service requirements such as latency, bandwidth, and reliability.</a:t>
            </a:r>
          </a:p>
          <a:p>
            <a:pPr algn="just" eaLnBrk="0" fontAlgn="base" hangingPunct="0">
              <a:lnSpc>
                <a:spcPct val="170000"/>
              </a:lnSpc>
              <a:spcBef>
                <a:spcPct val="0"/>
              </a:spcBef>
              <a:spcAft>
                <a:spcPct val="0"/>
              </a:spcAft>
              <a:buFont typeface="Wingdings" panose="05000000000000000000" pitchFamily="2" charset="2"/>
              <a:buChar char="Ø"/>
            </a:pPr>
            <a:r>
              <a:rPr lang="en-US" altLang="en-US" sz="4200" dirty="0">
                <a:latin typeface="Times New Roman" panose="02020603050405020304" pitchFamily="18" charset="0"/>
                <a:cs typeface="Times New Roman" panose="02020603050405020304" pitchFamily="18" charset="0"/>
              </a:rPr>
              <a:t>It enables efficient utilization of limited satellite resources like spectrum and power.</a:t>
            </a:r>
          </a:p>
          <a:p>
            <a:pPr algn="just" eaLnBrk="0" fontAlgn="base" hangingPunct="0">
              <a:lnSpc>
                <a:spcPct val="170000"/>
              </a:lnSpc>
              <a:spcBef>
                <a:spcPct val="0"/>
              </a:spcBef>
              <a:spcAft>
                <a:spcPct val="0"/>
              </a:spcAft>
              <a:buFont typeface="Wingdings" panose="05000000000000000000" pitchFamily="2" charset="2"/>
              <a:buChar char="Ø"/>
            </a:pPr>
            <a:r>
              <a:rPr lang="en-US" altLang="en-US" sz="4200" dirty="0">
                <a:latin typeface="Times New Roman" panose="02020603050405020304" pitchFamily="18" charset="0"/>
                <a:cs typeface="Times New Roman" panose="02020603050405020304" pitchFamily="18" charset="0"/>
              </a:rPr>
              <a:t>Slices are isolated, ensuring that performance issues in one slice do not affect others.</a:t>
            </a:r>
          </a:p>
          <a:p>
            <a:pPr algn="just" eaLnBrk="0" fontAlgn="base" hangingPunct="0">
              <a:lnSpc>
                <a:spcPct val="170000"/>
              </a:lnSpc>
              <a:spcBef>
                <a:spcPct val="0"/>
              </a:spcBef>
              <a:spcAft>
                <a:spcPct val="0"/>
              </a:spcAft>
              <a:buFont typeface="Wingdings" panose="05000000000000000000" pitchFamily="2" charset="2"/>
              <a:buChar char="Ø"/>
            </a:pPr>
            <a:r>
              <a:rPr lang="en-US" altLang="en-US" sz="4200" dirty="0">
                <a:latin typeface="Times New Roman" panose="02020603050405020304" pitchFamily="18" charset="0"/>
                <a:cs typeface="Times New Roman" panose="02020603050405020304" pitchFamily="18" charset="0"/>
              </a:rPr>
              <a:t>Slicing is mainly supported at the RAN (MAC/PHY) layer through scheduling and resource allocation.</a:t>
            </a:r>
          </a:p>
          <a:p>
            <a:pPr algn="just" eaLnBrk="0" fontAlgn="base" hangingPunct="0">
              <a:lnSpc>
                <a:spcPct val="170000"/>
              </a:lnSpc>
              <a:spcBef>
                <a:spcPct val="0"/>
              </a:spcBef>
              <a:spcAft>
                <a:spcPct val="0"/>
              </a:spcAft>
              <a:buFont typeface="Wingdings" panose="05000000000000000000" pitchFamily="2" charset="2"/>
              <a:buChar char="Ø"/>
            </a:pPr>
            <a:r>
              <a:rPr lang="en-US" altLang="en-US" sz="4200" dirty="0">
                <a:latin typeface="Times New Roman" panose="02020603050405020304" pitchFamily="18" charset="0"/>
                <a:cs typeface="Times New Roman" panose="02020603050405020304" pitchFamily="18" charset="0"/>
              </a:rPr>
              <a:t>Provides end-to-end service continuity for 5G/6G across terrestrial and satellite networks.</a:t>
            </a:r>
          </a:p>
          <a:p>
            <a:endParaRPr lang="en-US" dirty="0"/>
          </a:p>
        </p:txBody>
      </p:sp>
    </p:spTree>
    <p:extLst>
      <p:ext uri="{BB962C8B-B14F-4D97-AF65-F5344CB8AC3E}">
        <p14:creationId xmlns:p14="http://schemas.microsoft.com/office/powerpoint/2010/main" val="1635195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0C99F-96AB-FFA2-8027-54133EABBA88}"/>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RAN LAYER-WISE SLICING</a:t>
            </a:r>
          </a:p>
        </p:txBody>
      </p:sp>
      <p:pic>
        <p:nvPicPr>
          <p:cNvPr id="3074" name="Picture 2" descr="5G Toolbox and the 5G NR Protocol Layers - MATLAB &amp; Simulink">
            <a:extLst>
              <a:ext uri="{FF2B5EF4-FFF2-40B4-BE49-F238E27FC236}">
                <a16:creationId xmlns:a16="http://schemas.microsoft.com/office/drawing/2014/main" id="{EAF21C44-C7A1-A9B0-0A5A-5C0F242DA4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60716" y="1570383"/>
            <a:ext cx="3919520" cy="39325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4A7EFAB-5CD5-43A1-65CE-E194CFBED418}"/>
              </a:ext>
            </a:extLst>
          </p:cNvPr>
          <p:cNvSpPr txBox="1"/>
          <p:nvPr/>
        </p:nvSpPr>
        <p:spPr>
          <a:xfrm>
            <a:off x="735496" y="1570383"/>
            <a:ext cx="7295322" cy="6306615"/>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Network slicing in RAN is applied across multiple protocol layers.</a:t>
            </a:r>
          </a:p>
          <a:p>
            <a:pPr>
              <a:lnSpc>
                <a:spcPct val="150000"/>
              </a:lnSpc>
            </a:pPr>
            <a:r>
              <a:rPr lang="en-US" dirty="0">
                <a:latin typeface="Times New Roman" panose="02020603050405020304" pitchFamily="18" charset="0"/>
                <a:cs typeface="Times New Roman" panose="02020603050405020304" pitchFamily="18" charset="0"/>
              </a:rPr>
              <a:t>PHY Layer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Controls physical resources such as spectrum, power, and satellite beams shared among slices.</a:t>
            </a:r>
          </a:p>
          <a:p>
            <a:pPr>
              <a:lnSpc>
                <a:spcPct val="150000"/>
              </a:lnSpc>
            </a:pPr>
            <a:r>
              <a:rPr lang="en-US" dirty="0">
                <a:latin typeface="Times New Roman" panose="02020603050405020304" pitchFamily="18" charset="0"/>
                <a:cs typeface="Times New Roman" panose="02020603050405020304" pitchFamily="18" charset="0"/>
              </a:rPr>
              <a:t>MAC Layer: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Performs slice-aware scheduling, assigns time–frequency resources, and enforces QoS per slice.</a:t>
            </a:r>
          </a:p>
          <a:p>
            <a:pPr>
              <a:lnSpc>
                <a:spcPct val="150000"/>
              </a:lnSpc>
            </a:pPr>
            <a:r>
              <a:rPr lang="en-US" dirty="0">
                <a:latin typeface="Times New Roman" panose="02020603050405020304" pitchFamily="18" charset="0"/>
                <a:cs typeface="Times New Roman" panose="02020603050405020304" pitchFamily="18" charset="0"/>
              </a:rPr>
              <a:t>RLC Layer: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Ensures reliability and packet management separately for each slice.</a:t>
            </a:r>
          </a:p>
          <a:p>
            <a:pPr>
              <a:lnSpc>
                <a:spcPct val="150000"/>
              </a:lnSpc>
            </a:pPr>
            <a:r>
              <a:rPr lang="en-US" dirty="0">
                <a:latin typeface="Times New Roman" panose="02020603050405020304" pitchFamily="18" charset="0"/>
                <a:cs typeface="Times New Roman" panose="02020603050405020304" pitchFamily="18" charset="0"/>
              </a:rPr>
              <a:t>PDCP Layer: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Handles security, mobility, and data integrity per slice.</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91855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36C03-7707-0371-ED99-8AA962AB2BE6}"/>
              </a:ext>
            </a:extLst>
          </p:cNvPr>
          <p:cNvSpPr>
            <a:spLocks noGrp="1"/>
          </p:cNvSpPr>
          <p:nvPr>
            <p:ph type="title"/>
          </p:nvPr>
        </p:nvSpPr>
        <p:spPr/>
        <p:txBody>
          <a:bodyPr/>
          <a:lstStyle/>
          <a:p>
            <a:r>
              <a:rPr lang="en-US" dirty="0"/>
              <a:t>Proposed System Architecture</a:t>
            </a:r>
          </a:p>
        </p:txBody>
      </p:sp>
      <p:sp>
        <p:nvSpPr>
          <p:cNvPr id="3" name="Content Placeholder 2">
            <a:extLst>
              <a:ext uri="{FF2B5EF4-FFF2-40B4-BE49-F238E27FC236}">
                <a16:creationId xmlns:a16="http://schemas.microsoft.com/office/drawing/2014/main" id="{2E24FC42-3F42-A331-E28F-84002E41B263}"/>
              </a:ext>
            </a:extLst>
          </p:cNvPr>
          <p:cNvSpPr>
            <a:spLocks noGrp="1"/>
          </p:cNvSpPr>
          <p:nvPr>
            <p:ph idx="1"/>
          </p:nvPr>
        </p:nvSpPr>
        <p:spPr>
          <a:xfrm>
            <a:off x="838200" y="1302026"/>
            <a:ext cx="10515600" cy="4874937"/>
          </a:xfrm>
        </p:spPr>
        <p:txBody>
          <a:bodyPr/>
          <a:lstStyle/>
          <a:p>
            <a:pPr marL="0" indent="0">
              <a:buNone/>
            </a:pPr>
            <a:endParaRPr lang="en-US" dirty="0"/>
          </a:p>
          <a:p>
            <a:pPr marL="0" indent="0">
              <a:buNone/>
            </a:pPr>
            <a:endParaRPr lang="en-US" dirty="0"/>
          </a:p>
        </p:txBody>
      </p:sp>
      <p:sp>
        <p:nvSpPr>
          <p:cNvPr id="4" name="Oval 3">
            <a:extLst>
              <a:ext uri="{FF2B5EF4-FFF2-40B4-BE49-F238E27FC236}">
                <a16:creationId xmlns:a16="http://schemas.microsoft.com/office/drawing/2014/main" id="{D67968DE-8D1F-AF1B-1BCF-185C8E2BF138}"/>
              </a:ext>
            </a:extLst>
          </p:cNvPr>
          <p:cNvSpPr/>
          <p:nvPr/>
        </p:nvSpPr>
        <p:spPr>
          <a:xfrm>
            <a:off x="3906079" y="1417569"/>
            <a:ext cx="3130826" cy="82494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UE’S</a:t>
            </a:r>
          </a:p>
        </p:txBody>
      </p:sp>
      <p:sp>
        <p:nvSpPr>
          <p:cNvPr id="5" name="Rectangle 4">
            <a:extLst>
              <a:ext uri="{FF2B5EF4-FFF2-40B4-BE49-F238E27FC236}">
                <a16:creationId xmlns:a16="http://schemas.microsoft.com/office/drawing/2014/main" id="{2EC23357-8281-01DB-55E7-B4ECB976F4F3}"/>
              </a:ext>
            </a:extLst>
          </p:cNvPr>
          <p:cNvSpPr/>
          <p:nvPr/>
        </p:nvSpPr>
        <p:spPr>
          <a:xfrm>
            <a:off x="3722204" y="2627589"/>
            <a:ext cx="3697357" cy="5764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Satellite (Regenerative Payload)</a:t>
            </a:r>
          </a:p>
        </p:txBody>
      </p:sp>
      <p:sp>
        <p:nvSpPr>
          <p:cNvPr id="6" name="Rectangle 5">
            <a:extLst>
              <a:ext uri="{FF2B5EF4-FFF2-40B4-BE49-F238E27FC236}">
                <a16:creationId xmlns:a16="http://schemas.microsoft.com/office/drawing/2014/main" id="{5F2E8194-9881-27E7-CE47-1978C9F86782}"/>
              </a:ext>
            </a:extLst>
          </p:cNvPr>
          <p:cNvSpPr/>
          <p:nvPr/>
        </p:nvSpPr>
        <p:spPr>
          <a:xfrm>
            <a:off x="3722204" y="3952046"/>
            <a:ext cx="3622813" cy="5764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Gateway / </a:t>
            </a:r>
            <a:r>
              <a:rPr lang="en-US" dirty="0" err="1"/>
              <a:t>gNB</a:t>
            </a:r>
            <a:r>
              <a:rPr lang="en-US" dirty="0"/>
              <a:t>-CU</a:t>
            </a:r>
          </a:p>
        </p:txBody>
      </p:sp>
      <p:sp>
        <p:nvSpPr>
          <p:cNvPr id="9" name="Rectangle 8">
            <a:extLst>
              <a:ext uri="{FF2B5EF4-FFF2-40B4-BE49-F238E27FC236}">
                <a16:creationId xmlns:a16="http://schemas.microsoft.com/office/drawing/2014/main" id="{7F6F7000-13EB-D702-FEFB-6082AF2245C1}"/>
              </a:ext>
            </a:extLst>
          </p:cNvPr>
          <p:cNvSpPr/>
          <p:nvPr/>
        </p:nvSpPr>
        <p:spPr>
          <a:xfrm>
            <a:off x="4186857" y="4823101"/>
            <a:ext cx="2693505" cy="7454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5G Core</a:t>
            </a:r>
          </a:p>
        </p:txBody>
      </p:sp>
      <p:sp>
        <p:nvSpPr>
          <p:cNvPr id="17" name="TextBox 16">
            <a:extLst>
              <a:ext uri="{FF2B5EF4-FFF2-40B4-BE49-F238E27FC236}">
                <a16:creationId xmlns:a16="http://schemas.microsoft.com/office/drawing/2014/main" id="{2B2ED90C-6D04-4ED6-5C6C-7BB159160866}"/>
              </a:ext>
            </a:extLst>
          </p:cNvPr>
          <p:cNvSpPr txBox="1"/>
          <p:nvPr/>
        </p:nvSpPr>
        <p:spPr>
          <a:xfrm>
            <a:off x="5640456" y="2971800"/>
            <a:ext cx="914400" cy="914400"/>
          </a:xfrm>
          <a:prstGeom prst="rect">
            <a:avLst/>
          </a:prstGeom>
          <a:noFill/>
        </p:spPr>
        <p:txBody>
          <a:bodyPr wrap="square" rtlCol="0">
            <a:spAutoFit/>
          </a:bodyPr>
          <a:lstStyle/>
          <a:p>
            <a:endParaRPr lang="en-US" dirty="0"/>
          </a:p>
        </p:txBody>
      </p:sp>
      <p:sp>
        <p:nvSpPr>
          <p:cNvPr id="18" name="Arrow: Down 17">
            <a:extLst>
              <a:ext uri="{FF2B5EF4-FFF2-40B4-BE49-F238E27FC236}">
                <a16:creationId xmlns:a16="http://schemas.microsoft.com/office/drawing/2014/main" id="{5FF19E58-D3F5-3C6A-ED30-8B4E5946C6A6}"/>
              </a:ext>
            </a:extLst>
          </p:cNvPr>
          <p:cNvSpPr/>
          <p:nvPr/>
        </p:nvSpPr>
        <p:spPr>
          <a:xfrm>
            <a:off x="5352222" y="2242517"/>
            <a:ext cx="114300" cy="385072"/>
          </a:xfrm>
          <a:prstGeom prst="downArrow">
            <a:avLst/>
          </a:prstGeom>
          <a:solidFill>
            <a:schemeClr val="accent6"/>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19" name="Arrow: Down 18">
            <a:extLst>
              <a:ext uri="{FF2B5EF4-FFF2-40B4-BE49-F238E27FC236}">
                <a16:creationId xmlns:a16="http://schemas.microsoft.com/office/drawing/2014/main" id="{29CC6CFA-E6B6-2A67-C93E-C4B8FC244708}"/>
              </a:ext>
            </a:extLst>
          </p:cNvPr>
          <p:cNvSpPr/>
          <p:nvPr/>
        </p:nvSpPr>
        <p:spPr>
          <a:xfrm>
            <a:off x="5352222" y="3204059"/>
            <a:ext cx="114300" cy="747987"/>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Arrow: Down 19">
            <a:extLst>
              <a:ext uri="{FF2B5EF4-FFF2-40B4-BE49-F238E27FC236}">
                <a16:creationId xmlns:a16="http://schemas.microsoft.com/office/drawing/2014/main" id="{C43845DA-D0C1-4743-C047-1667E02E1601}"/>
              </a:ext>
            </a:extLst>
          </p:cNvPr>
          <p:cNvSpPr/>
          <p:nvPr/>
        </p:nvSpPr>
        <p:spPr>
          <a:xfrm>
            <a:off x="5352222" y="4528516"/>
            <a:ext cx="114300" cy="282023"/>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89695796-15E9-B25B-42AC-6C51DF38AB98}"/>
              </a:ext>
            </a:extLst>
          </p:cNvPr>
          <p:cNvSpPr txBox="1"/>
          <p:nvPr/>
        </p:nvSpPr>
        <p:spPr>
          <a:xfrm>
            <a:off x="5565913" y="3429000"/>
            <a:ext cx="3210339" cy="646331"/>
          </a:xfrm>
          <a:prstGeom prst="rect">
            <a:avLst/>
          </a:prstGeom>
          <a:noFill/>
        </p:spPr>
        <p:txBody>
          <a:bodyPr wrap="square" rtlCol="0">
            <a:spAutoFit/>
          </a:bodyPr>
          <a:lstStyle/>
          <a:p>
            <a:r>
              <a:rPr lang="en-US" dirty="0"/>
              <a:t>[ PHY + MAC slicing ]</a:t>
            </a:r>
          </a:p>
          <a:p>
            <a:endParaRPr lang="en-US" dirty="0"/>
          </a:p>
        </p:txBody>
      </p:sp>
    </p:spTree>
    <p:extLst>
      <p:ext uri="{BB962C8B-B14F-4D97-AF65-F5344CB8AC3E}">
        <p14:creationId xmlns:p14="http://schemas.microsoft.com/office/powerpoint/2010/main" val="725117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555CAB-D344-578F-B7C0-7448EA145BA3}"/>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3600" kern="1200" dirty="0">
                <a:solidFill>
                  <a:schemeClr val="tx1"/>
                </a:solidFill>
                <a:latin typeface="Times New Roman" panose="02020603050405020304" pitchFamily="18" charset="0"/>
                <a:cs typeface="Times New Roman" panose="02020603050405020304" pitchFamily="18" charset="0"/>
              </a:rPr>
              <a:t>SLICE TYPES &amp; USE CASES</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BCF9760C-7C34-C011-EC95-0D73FCD04272}"/>
              </a:ext>
            </a:extLst>
          </p:cNvPr>
          <p:cNvGraphicFramePr>
            <a:graphicFrameLocks noGrp="1"/>
          </p:cNvGraphicFramePr>
          <p:nvPr>
            <p:ph idx="1"/>
            <p:extLst>
              <p:ext uri="{D42A27DB-BD31-4B8C-83A1-F6EECF244321}">
                <p14:modId xmlns:p14="http://schemas.microsoft.com/office/powerpoint/2010/main" val="164834280"/>
              </p:ext>
            </p:extLst>
          </p:nvPr>
        </p:nvGraphicFramePr>
        <p:xfrm>
          <a:off x="320040" y="2431906"/>
          <a:ext cx="11487648" cy="3620980"/>
        </p:xfrm>
        <a:graphic>
          <a:graphicData uri="http://schemas.openxmlformats.org/drawingml/2006/table">
            <a:tbl>
              <a:tblPr>
                <a:solidFill>
                  <a:schemeClr val="bg1"/>
                </a:solidFill>
              </a:tblPr>
              <a:tblGrid>
                <a:gridCol w="3821997">
                  <a:extLst>
                    <a:ext uri="{9D8B030D-6E8A-4147-A177-3AD203B41FA5}">
                      <a16:colId xmlns:a16="http://schemas.microsoft.com/office/drawing/2014/main" val="1582634567"/>
                    </a:ext>
                  </a:extLst>
                </a:gridCol>
                <a:gridCol w="3954112">
                  <a:extLst>
                    <a:ext uri="{9D8B030D-6E8A-4147-A177-3AD203B41FA5}">
                      <a16:colId xmlns:a16="http://schemas.microsoft.com/office/drawing/2014/main" val="3335824821"/>
                    </a:ext>
                  </a:extLst>
                </a:gridCol>
                <a:gridCol w="3711539">
                  <a:extLst>
                    <a:ext uri="{9D8B030D-6E8A-4147-A177-3AD203B41FA5}">
                      <a16:colId xmlns:a16="http://schemas.microsoft.com/office/drawing/2014/main" val="326792137"/>
                    </a:ext>
                  </a:extLst>
                </a:gridCol>
              </a:tblGrid>
              <a:tr h="660898">
                <a:tc>
                  <a:txBody>
                    <a:bodyPr/>
                    <a:lstStyle/>
                    <a:p>
                      <a:pPr>
                        <a:buNone/>
                      </a:pPr>
                      <a:r>
                        <a:rPr lang="en-US" sz="1900" b="1" cap="none" spc="0">
                          <a:solidFill>
                            <a:schemeClr val="tx1"/>
                          </a:solidFill>
                          <a:latin typeface="Times New Roman" panose="02020603050405020304" pitchFamily="18" charset="0"/>
                          <a:cs typeface="Times New Roman" panose="02020603050405020304" pitchFamily="18" charset="0"/>
                        </a:rPr>
                        <a:t>Slice Type</a:t>
                      </a:r>
                      <a:endParaRPr lang="en-US" sz="1900" cap="none" spc="0">
                        <a:solidFill>
                          <a:schemeClr val="tx1"/>
                        </a:solidFill>
                        <a:latin typeface="Times New Roman" panose="02020603050405020304" pitchFamily="18" charset="0"/>
                        <a:cs typeface="Times New Roman" panose="02020603050405020304" pitchFamily="18" charset="0"/>
                      </a:endParaRPr>
                    </a:p>
                  </a:txBody>
                  <a:tcPr marL="163042" marR="125417" marT="125417" marB="12541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b="1" cap="none" spc="0">
                          <a:solidFill>
                            <a:schemeClr val="tx1"/>
                          </a:solidFill>
                          <a:latin typeface="Times New Roman" panose="02020603050405020304" pitchFamily="18" charset="0"/>
                          <a:cs typeface="Times New Roman" panose="02020603050405020304" pitchFamily="18" charset="0"/>
                        </a:rPr>
                        <a:t>Service Characteristics</a:t>
                      </a:r>
                      <a:endParaRPr lang="en-US" sz="1900" cap="none" spc="0">
                        <a:solidFill>
                          <a:schemeClr val="tx1"/>
                        </a:solidFill>
                        <a:latin typeface="Times New Roman" panose="02020603050405020304" pitchFamily="18" charset="0"/>
                        <a:cs typeface="Times New Roman" panose="02020603050405020304" pitchFamily="18" charset="0"/>
                      </a:endParaRPr>
                    </a:p>
                  </a:txBody>
                  <a:tcPr marL="163042" marR="125417" marT="125417" marB="12541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b="1" cap="none" spc="0">
                          <a:solidFill>
                            <a:schemeClr val="tx1"/>
                          </a:solidFill>
                          <a:latin typeface="Times New Roman" panose="02020603050405020304" pitchFamily="18" charset="0"/>
                          <a:cs typeface="Times New Roman" panose="02020603050405020304" pitchFamily="18" charset="0"/>
                        </a:rPr>
                        <a:t>Satellite Use Cases</a:t>
                      </a:r>
                      <a:endParaRPr lang="en-US" sz="1900" cap="none" spc="0">
                        <a:solidFill>
                          <a:schemeClr val="tx1"/>
                        </a:solidFill>
                        <a:latin typeface="Times New Roman" panose="02020603050405020304" pitchFamily="18" charset="0"/>
                        <a:cs typeface="Times New Roman" panose="02020603050405020304" pitchFamily="18" charset="0"/>
                      </a:endParaRPr>
                    </a:p>
                  </a:txBody>
                  <a:tcPr marL="163042" marR="125417" marT="125417" marB="12541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650849638"/>
                  </a:ext>
                </a:extLst>
              </a:tr>
              <a:tr h="986694">
                <a:tc>
                  <a:txBody>
                    <a:bodyPr/>
                    <a:lstStyle/>
                    <a:p>
                      <a:pPr>
                        <a:buNone/>
                      </a:pPr>
                      <a:r>
                        <a:rPr lang="en-US" sz="1900" b="1" cap="none" spc="0">
                          <a:solidFill>
                            <a:schemeClr val="tx1"/>
                          </a:solidFill>
                          <a:latin typeface="Times New Roman" panose="02020603050405020304" pitchFamily="18" charset="0"/>
                          <a:cs typeface="Times New Roman" panose="02020603050405020304" pitchFamily="18" charset="0"/>
                        </a:rPr>
                        <a:t>eMBB</a:t>
                      </a:r>
                      <a:r>
                        <a:rPr lang="en-US" sz="1900" cap="none" spc="0">
                          <a:solidFill>
                            <a:schemeClr val="tx1"/>
                          </a:solidFill>
                          <a:latin typeface="Times New Roman" panose="02020603050405020304" pitchFamily="18" charset="0"/>
                          <a:cs typeface="Times New Roman" panose="02020603050405020304" pitchFamily="18" charset="0"/>
                        </a:rPr>
                        <a:t> (Enhanced Mobile Broadband)</a:t>
                      </a:r>
                    </a:p>
                  </a:txBody>
                  <a:tcPr marL="163042" marR="125417" marT="125417" marB="12541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cap="none" spc="0">
                          <a:solidFill>
                            <a:schemeClr val="tx1"/>
                          </a:solidFill>
                          <a:latin typeface="Times New Roman" panose="02020603050405020304" pitchFamily="18" charset="0"/>
                          <a:cs typeface="Times New Roman" panose="02020603050405020304" pitchFamily="18" charset="0"/>
                        </a:rPr>
                        <a:t>High data rate, moderate latency</a:t>
                      </a:r>
                    </a:p>
                  </a:txBody>
                  <a:tcPr marL="163042" marR="125417" marT="125417" marB="12541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cap="none" spc="0">
                          <a:solidFill>
                            <a:schemeClr val="tx1"/>
                          </a:solidFill>
                          <a:latin typeface="Times New Roman" panose="02020603050405020304" pitchFamily="18" charset="0"/>
                          <a:cs typeface="Times New Roman" panose="02020603050405020304" pitchFamily="18" charset="0"/>
                        </a:rPr>
                        <a:t>Video streaming, broadband internet, remote connectivity</a:t>
                      </a:r>
                    </a:p>
                  </a:txBody>
                  <a:tcPr marL="163042" marR="125417" marT="125417" marB="12541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36888174"/>
                  </a:ext>
                </a:extLst>
              </a:tr>
              <a:tr h="986694">
                <a:tc>
                  <a:txBody>
                    <a:bodyPr/>
                    <a:lstStyle/>
                    <a:p>
                      <a:pPr>
                        <a:buNone/>
                      </a:pPr>
                      <a:r>
                        <a:rPr lang="en-US" sz="1900" b="1" cap="none" spc="0">
                          <a:solidFill>
                            <a:schemeClr val="tx1"/>
                          </a:solidFill>
                          <a:latin typeface="Times New Roman" panose="02020603050405020304" pitchFamily="18" charset="0"/>
                          <a:cs typeface="Times New Roman" panose="02020603050405020304" pitchFamily="18" charset="0"/>
                        </a:rPr>
                        <a:t>mMTC</a:t>
                      </a:r>
                      <a:r>
                        <a:rPr lang="en-US" sz="1900" cap="none" spc="0">
                          <a:solidFill>
                            <a:schemeClr val="tx1"/>
                          </a:solidFill>
                          <a:latin typeface="Times New Roman" panose="02020603050405020304" pitchFamily="18" charset="0"/>
                          <a:cs typeface="Times New Roman" panose="02020603050405020304" pitchFamily="18" charset="0"/>
                        </a:rPr>
                        <a:t> (Massive Machine-Type Communication)</a:t>
                      </a:r>
                    </a:p>
                  </a:txBody>
                  <a:tcPr marL="163042" marR="125417" marT="125417" marB="12541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cap="none" spc="0">
                          <a:solidFill>
                            <a:schemeClr val="tx1"/>
                          </a:solidFill>
                          <a:latin typeface="Times New Roman" panose="02020603050405020304" pitchFamily="18" charset="0"/>
                          <a:cs typeface="Times New Roman" panose="02020603050405020304" pitchFamily="18" charset="0"/>
                        </a:rPr>
                        <a:t>Low data rate, massive device support</a:t>
                      </a:r>
                    </a:p>
                  </a:txBody>
                  <a:tcPr marL="163042" marR="125417" marT="125417" marB="12541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cap="none" spc="0">
                          <a:solidFill>
                            <a:schemeClr val="tx1"/>
                          </a:solidFill>
                          <a:latin typeface="Times New Roman" panose="02020603050405020304" pitchFamily="18" charset="0"/>
                          <a:cs typeface="Times New Roman" panose="02020603050405020304" pitchFamily="18" charset="0"/>
                        </a:rPr>
                        <a:t>IoT sensors, smart agriculture, environmental monitoring</a:t>
                      </a:r>
                    </a:p>
                  </a:txBody>
                  <a:tcPr marL="163042" marR="125417" marT="125417" marB="12541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515107824"/>
                  </a:ext>
                </a:extLst>
              </a:tr>
              <a:tr h="986694">
                <a:tc>
                  <a:txBody>
                    <a:bodyPr/>
                    <a:lstStyle/>
                    <a:p>
                      <a:pPr>
                        <a:buNone/>
                      </a:pPr>
                      <a:r>
                        <a:rPr lang="en-US" sz="1900" b="1" cap="none" spc="0" dirty="0">
                          <a:solidFill>
                            <a:schemeClr val="tx1"/>
                          </a:solidFill>
                          <a:latin typeface="Times New Roman" panose="02020603050405020304" pitchFamily="18" charset="0"/>
                          <a:cs typeface="Times New Roman" panose="02020603050405020304" pitchFamily="18" charset="0"/>
                        </a:rPr>
                        <a:t>URLLC</a:t>
                      </a:r>
                      <a:r>
                        <a:rPr lang="en-US" sz="1900" cap="none" spc="0" dirty="0">
                          <a:solidFill>
                            <a:schemeClr val="tx1"/>
                          </a:solidFill>
                          <a:latin typeface="Times New Roman" panose="02020603050405020304" pitchFamily="18" charset="0"/>
                          <a:cs typeface="Times New Roman" panose="02020603050405020304" pitchFamily="18" charset="0"/>
                        </a:rPr>
                        <a:t> (Ultra-Reliable Low-Latency Communication)</a:t>
                      </a:r>
                    </a:p>
                  </a:txBody>
                  <a:tcPr marL="163042" marR="125417" marT="125417" marB="12541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cap="none" spc="0" dirty="0">
                          <a:solidFill>
                            <a:schemeClr val="tx1"/>
                          </a:solidFill>
                          <a:latin typeface="Times New Roman" panose="02020603050405020304" pitchFamily="18" charset="0"/>
                          <a:cs typeface="Times New Roman" panose="02020603050405020304" pitchFamily="18" charset="0"/>
                        </a:rPr>
                        <a:t>Ultra-low latency, high reliability</a:t>
                      </a:r>
                    </a:p>
                  </a:txBody>
                  <a:tcPr marL="163042" marR="125417" marT="125417" marB="12541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900" cap="none" spc="0" dirty="0">
                          <a:solidFill>
                            <a:schemeClr val="tx1"/>
                          </a:solidFill>
                          <a:latin typeface="Times New Roman" panose="02020603050405020304" pitchFamily="18" charset="0"/>
                          <a:cs typeface="Times New Roman" panose="02020603050405020304" pitchFamily="18" charset="0"/>
                        </a:rPr>
                        <a:t>Emergency services, disaster recovery, mission-critical links</a:t>
                      </a:r>
                    </a:p>
                  </a:txBody>
                  <a:tcPr marL="163042" marR="125417" marT="125417" marB="12541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460048362"/>
                  </a:ext>
                </a:extLst>
              </a:tr>
            </a:tbl>
          </a:graphicData>
        </a:graphic>
      </p:graphicFrame>
    </p:spTree>
    <p:extLst>
      <p:ext uri="{BB962C8B-B14F-4D97-AF65-F5344CB8AC3E}">
        <p14:creationId xmlns:p14="http://schemas.microsoft.com/office/powerpoint/2010/main" val="2499827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6A901-B26D-F9AC-A509-F9CC3B470F8B}"/>
              </a:ext>
            </a:extLst>
          </p:cNvPr>
          <p:cNvSpPr>
            <a:spLocks noGrp="1"/>
          </p:cNvSpPr>
          <p:nvPr>
            <p:ph type="title"/>
          </p:nvPr>
        </p:nvSpPr>
        <p:spPr>
          <a:xfrm>
            <a:off x="838200" y="506896"/>
            <a:ext cx="10515600" cy="1003852"/>
          </a:xfrm>
        </p:spPr>
        <p:txBody>
          <a:bodyPr>
            <a:normAutofit fontScale="90000"/>
          </a:bodyPr>
          <a:lstStyle/>
          <a:p>
            <a:r>
              <a:rPr lang="en-US" dirty="0">
                <a:latin typeface="Times New Roman" panose="02020603050405020304" pitchFamily="18" charset="0"/>
                <a:cs typeface="Times New Roman" panose="02020603050405020304" pitchFamily="18" charset="0"/>
              </a:rPr>
              <a:t>Resource Allocation in Satellite RAN</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2398485-FD68-A9D1-4AC5-1AC91E3447F5}"/>
              </a:ext>
            </a:extLst>
          </p:cNvPr>
          <p:cNvSpPr>
            <a:spLocks noGrp="1"/>
          </p:cNvSpPr>
          <p:nvPr>
            <p:ph idx="1"/>
          </p:nvPr>
        </p:nvSpPr>
        <p:spPr>
          <a:xfrm>
            <a:off x="838200" y="1510748"/>
            <a:ext cx="10515600" cy="4666215"/>
          </a:xfrm>
        </p:spPr>
        <p:txBody>
          <a:bodyPr>
            <a:normAutofit/>
          </a:bodyPr>
          <a:lstStyle/>
          <a:p>
            <a:pPr algn="just"/>
            <a:r>
              <a:rPr lang="en-US" sz="2600" dirty="0">
                <a:latin typeface="Times New Roman" panose="02020603050405020304" pitchFamily="18" charset="0"/>
                <a:cs typeface="Times New Roman" panose="02020603050405020304" pitchFamily="18" charset="0"/>
              </a:rPr>
              <a:t>Distributes limited satellite resources among multiple network slices.</a:t>
            </a:r>
          </a:p>
          <a:p>
            <a:pPr algn="just"/>
            <a:r>
              <a:rPr lang="en-US" sz="2600" dirty="0">
                <a:latin typeface="Times New Roman" panose="02020603050405020304" pitchFamily="18" charset="0"/>
                <a:cs typeface="Times New Roman" panose="02020603050405020304" pitchFamily="18" charset="0"/>
              </a:rPr>
              <a:t>Performed at Satellite RAN (gNB / Gateway / On-board processor)</a:t>
            </a:r>
          </a:p>
          <a:p>
            <a:pPr algn="just"/>
            <a:r>
              <a:rPr lang="en-US" sz="2600" dirty="0">
                <a:latin typeface="Times New Roman" panose="02020603050405020304" pitchFamily="18" charset="0"/>
                <a:cs typeface="Times New Roman" panose="02020603050405020304" pitchFamily="18" charset="0"/>
              </a:rPr>
              <a:t>Allocates bandwidth, power, time slots, and beams.</a:t>
            </a:r>
          </a:p>
          <a:p>
            <a:pPr algn="just"/>
            <a:r>
              <a:rPr lang="en-US" sz="2600" dirty="0">
                <a:latin typeface="Times New Roman" panose="02020603050405020304" pitchFamily="18" charset="0"/>
                <a:cs typeface="Times New Roman" panose="02020603050405020304" pitchFamily="18" charset="0"/>
              </a:rPr>
              <a:t>Slice-aware for QoS needs:</a:t>
            </a:r>
          </a:p>
          <a:p>
            <a:pPr lvl="1" algn="just"/>
            <a:r>
              <a:rPr lang="en-US" sz="2600" i="1" dirty="0" err="1">
                <a:latin typeface="Times New Roman" panose="02020603050405020304" pitchFamily="18" charset="0"/>
                <a:cs typeface="Times New Roman" panose="02020603050405020304" pitchFamily="18" charset="0"/>
              </a:rPr>
              <a:t>eMBB</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high throughput</a:t>
            </a:r>
          </a:p>
          <a:p>
            <a:pPr lvl="1" algn="just"/>
            <a:r>
              <a:rPr lang="en-US" sz="2600" i="1" dirty="0">
                <a:latin typeface="Times New Roman" panose="02020603050405020304" pitchFamily="18" charset="0"/>
                <a:cs typeface="Times New Roman" panose="02020603050405020304" pitchFamily="18" charset="0"/>
              </a:rPr>
              <a:t>URLLC:</a:t>
            </a:r>
            <a:r>
              <a:rPr lang="en-US" sz="2600" dirty="0">
                <a:latin typeface="Times New Roman" panose="02020603050405020304" pitchFamily="18" charset="0"/>
                <a:cs typeface="Times New Roman" panose="02020603050405020304" pitchFamily="18" charset="0"/>
              </a:rPr>
              <a:t> low latency</a:t>
            </a:r>
          </a:p>
          <a:p>
            <a:pPr lvl="1" algn="just"/>
            <a:r>
              <a:rPr lang="en-US" sz="2600" i="1" dirty="0" err="1">
                <a:latin typeface="Times New Roman" panose="02020603050405020304" pitchFamily="18" charset="0"/>
                <a:cs typeface="Times New Roman" panose="02020603050405020304" pitchFamily="18" charset="0"/>
              </a:rPr>
              <a:t>mMTC</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massive connectivity</a:t>
            </a:r>
          </a:p>
          <a:p>
            <a:pPr algn="just"/>
            <a:r>
              <a:rPr lang="en-US" sz="2600" dirty="0">
                <a:latin typeface="Times New Roman" panose="02020603050405020304" pitchFamily="18" charset="0"/>
                <a:cs typeface="Times New Roman" panose="02020603050405020304" pitchFamily="18" charset="0"/>
              </a:rPr>
              <a:t>Ensures QoS isolation and fairness.</a:t>
            </a:r>
          </a:p>
          <a:p>
            <a:pPr algn="just"/>
            <a:r>
              <a:rPr lang="en-US" sz="2600" dirty="0">
                <a:latin typeface="Times New Roman" panose="02020603050405020304" pitchFamily="18" charset="0"/>
                <a:cs typeface="Times New Roman" panose="02020603050405020304" pitchFamily="18" charset="0"/>
              </a:rPr>
              <a:t>Optimizes spectrum use despite satellite constraints.</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2846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49C0E-B121-75EB-6196-8263C9823616}"/>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ADVANTAGES OF NETWORK SLICING IN SATELLITE RAN</a:t>
            </a:r>
          </a:p>
        </p:txBody>
      </p:sp>
      <p:sp>
        <p:nvSpPr>
          <p:cNvPr id="4" name="Rectangle 1">
            <a:extLst>
              <a:ext uri="{FF2B5EF4-FFF2-40B4-BE49-F238E27FC236}">
                <a16:creationId xmlns:a16="http://schemas.microsoft.com/office/drawing/2014/main" id="{1CDB3EDF-8993-AC94-E79D-DB1EC349A028}"/>
              </a:ext>
            </a:extLst>
          </p:cNvPr>
          <p:cNvSpPr>
            <a:spLocks noGrp="1" noChangeArrowheads="1"/>
          </p:cNvSpPr>
          <p:nvPr>
            <p:ph idx="1"/>
          </p:nvPr>
        </p:nvSpPr>
        <p:spPr bwMode="auto">
          <a:xfrm>
            <a:off x="838201" y="1722326"/>
            <a:ext cx="10681252"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Resource Utilization</a:t>
            </a: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Satellite bandwidth and power are allocated per slice, reducing waste.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for Heterogeneous Services</a:t>
            </a: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Different slices can handle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eMBB</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URLLC, and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mMTC</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simultaneously.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QoS Guarantees</a:t>
            </a: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slice gets defined latency, throughput, and reliability.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Isolation</a:t>
            </a: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Problems in one slice do not affect other slices.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Alignment with 5G NTN Vision</a:t>
            </a: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next-generation non-terrestrial network requirements.</a:t>
            </a:r>
          </a:p>
        </p:txBody>
      </p:sp>
    </p:spTree>
    <p:extLst>
      <p:ext uri="{BB962C8B-B14F-4D97-AF65-F5344CB8AC3E}">
        <p14:creationId xmlns:p14="http://schemas.microsoft.com/office/powerpoint/2010/main" val="1499743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061A0-3A3C-4599-5B99-D4566CFF5AE4}"/>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0C51E200-4420-CCE8-FC95-5F251F4AD579}"/>
              </a:ext>
            </a:extLst>
          </p:cNvPr>
          <p:cNvSpPr>
            <a:spLocks noGrp="1" noChangeArrowheads="1"/>
          </p:cNvSpPr>
          <p:nvPr>
            <p:ph idx="1"/>
          </p:nvPr>
        </p:nvSpPr>
        <p:spPr bwMode="auto">
          <a:xfrm>
            <a:off x="327991" y="1393239"/>
            <a:ext cx="11400183"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Adaptive Slicing – Let the satellite automatically adjust resources for each slice.</a:t>
            </a:r>
          </a:p>
          <a:p>
            <a:pPr algn="just"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Multi-Orbit Slicing – Apply slicing across LEO, MEO, and GEO satellites for better coverage.</a:t>
            </a:r>
          </a:p>
          <a:p>
            <a:pPr algn="just"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Terrestrial 5G/6G – Connect satellite and ground networks smoothly.</a:t>
            </a:r>
          </a:p>
          <a:p>
            <a:pPr algn="just"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Smarter Slice Management – Make slice creation, scaling, and isolation more intelligent.</a:t>
            </a:r>
          </a:p>
          <a:p>
            <a:pPr algn="just"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for New Applications – Help IoT, autonomous vehicles, VR/AR, and remote healthcare run efficiently.</a:t>
            </a:r>
          </a:p>
        </p:txBody>
      </p:sp>
    </p:spTree>
    <p:extLst>
      <p:ext uri="{BB962C8B-B14F-4D97-AF65-F5344CB8AC3E}">
        <p14:creationId xmlns:p14="http://schemas.microsoft.com/office/powerpoint/2010/main" val="32074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CD76-2C5B-B577-AD24-9D75A7458C55}"/>
              </a:ext>
            </a:extLst>
          </p:cNvPr>
          <p:cNvSpPr>
            <a:spLocks noGrp="1"/>
          </p:cNvSpPr>
          <p:nvPr>
            <p:ph type="title"/>
          </p:nvPr>
        </p:nvSpPr>
        <p:spPr/>
        <p:txBody>
          <a:bodyPr>
            <a:normAutofit/>
          </a:bodyPr>
          <a:lstStyle/>
          <a:p>
            <a:r>
              <a:rPr lang="en-US" sz="3200">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graphicFrame>
        <p:nvGraphicFramePr>
          <p:cNvPr id="14" name="Rectangle 1">
            <a:extLst>
              <a:ext uri="{FF2B5EF4-FFF2-40B4-BE49-F238E27FC236}">
                <a16:creationId xmlns:a16="http://schemas.microsoft.com/office/drawing/2014/main" id="{833C5794-DA13-885A-9ACE-E1125B589A42}"/>
              </a:ext>
            </a:extLst>
          </p:cNvPr>
          <p:cNvGraphicFramePr>
            <a:graphicFrameLocks noGrp="1"/>
          </p:cNvGraphicFramePr>
          <p:nvPr>
            <p:ph idx="1"/>
          </p:nvPr>
        </p:nvGraphicFramePr>
        <p:xfrm>
          <a:off x="665922" y="1151665"/>
          <a:ext cx="10687877" cy="4457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7583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Blur blurry blue and green background&#10;&#10;AI-generated content may be incorrect.">
            <a:extLst>
              <a:ext uri="{FF2B5EF4-FFF2-40B4-BE49-F238E27FC236}">
                <a16:creationId xmlns:a16="http://schemas.microsoft.com/office/drawing/2014/main" id="{6449CA1E-EBD7-8127-2281-EB980398A325}"/>
              </a:ext>
            </a:extLst>
          </p:cNvPr>
          <p:cNvPicPr>
            <a:picLocks noChangeAspect="1"/>
          </p:cNvPicPr>
          <p:nvPr/>
        </p:nvPicPr>
        <p:blipFill>
          <a:blip r:embed="rId2">
            <a:duotone>
              <a:schemeClr val="bg2">
                <a:shade val="45000"/>
                <a:satMod val="135000"/>
              </a:schemeClr>
              <a:prstClr val="white"/>
            </a:duotone>
            <a:alphaModFix amt="20000"/>
          </a:blip>
          <a:srcRect t="15730"/>
          <a:stretch>
            <a:fillRect/>
          </a:stretch>
        </p:blipFill>
        <p:spPr>
          <a:xfrm>
            <a:off x="-6423475" y="-3613207"/>
            <a:ext cx="26497551" cy="14904875"/>
          </a:xfrm>
          <a:prstGeom prst="rect">
            <a:avLst/>
          </a:prstGeom>
        </p:spPr>
      </p:pic>
      <p:sp>
        <p:nvSpPr>
          <p:cNvPr id="9" name="Rectangle 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extBox 1">
            <a:extLst>
              <a:ext uri="{FF2B5EF4-FFF2-40B4-BE49-F238E27FC236}">
                <a16:creationId xmlns:a16="http://schemas.microsoft.com/office/drawing/2014/main" id="{9CCE9564-38EE-4875-DE95-BD34FEB879C6}"/>
              </a:ext>
            </a:extLst>
          </p:cNvPr>
          <p:cNvGraphicFramePr/>
          <p:nvPr>
            <p:extLst>
              <p:ext uri="{D42A27DB-BD31-4B8C-83A1-F6EECF244321}">
                <p14:modId xmlns:p14="http://schemas.microsoft.com/office/powerpoint/2010/main" val="332237058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3938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490</TotalTime>
  <Words>1045</Words>
  <Application>Microsoft Office PowerPoint</Application>
  <PresentationFormat>Widescreen</PresentationFormat>
  <Paragraphs>102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Times New Roman</vt:lpstr>
      <vt:lpstr>Wingdings</vt:lpstr>
      <vt:lpstr>Office Theme</vt:lpstr>
      <vt:lpstr>NETWORK SLICING IN SATELLITE SYSTEMS FOR RAN</vt:lpstr>
      <vt:lpstr>INTRODUCTION</vt:lpstr>
      <vt:lpstr>                           WHAT IS NETWORK SLICING                             </vt:lpstr>
      <vt:lpstr>WHY NETWORK SLICING IN SATELLITE RAN</vt:lpstr>
      <vt:lpstr>RAN ARCHITECTURE</vt:lpstr>
      <vt:lpstr>SATELLITE PAYLOAD TYPES</vt:lpstr>
      <vt:lpstr>SATELLITE ORBIT </vt:lpstr>
      <vt:lpstr>NETWORK SLICING CONCEPT </vt:lpstr>
      <vt:lpstr>RAN LAYER-WISE SLICING</vt:lpstr>
      <vt:lpstr>Proposed System Architecture</vt:lpstr>
      <vt:lpstr>SLICE TYPES &amp; USE CASES</vt:lpstr>
      <vt:lpstr>Resource Allocation in Satellite RAN </vt:lpstr>
      <vt:lpstr>ADVANTAGES OF NETWORK SLICING IN SATELLITE RAN</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Rayabandi Supriya</dc:creator>
  <cp:lastModifiedBy>Rayabandi Supriya</cp:lastModifiedBy>
  <cp:revision>3</cp:revision>
  <dcterms:created xsi:type="dcterms:W3CDTF">2025-11-28T00:28:05Z</dcterms:created>
  <dcterms:modified xsi:type="dcterms:W3CDTF">2025-12-01T18:02:48Z</dcterms:modified>
</cp:coreProperties>
</file>